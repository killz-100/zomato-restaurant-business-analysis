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9" r:id="rId15"/>
    <p:sldId id="280" r:id="rId16"/>
    <p:sldId id="281" r:id="rId17"/>
    <p:sldId id="284" r:id="rId18"/>
    <p:sldId id="270" r:id="rId19"/>
    <p:sldId id="271" r:id="rId20"/>
    <p:sldId id="272" r:id="rId21"/>
    <p:sldId id="282" r:id="rId22"/>
    <p:sldId id="285" r:id="rId23"/>
    <p:sldId id="286" r:id="rId24"/>
    <p:sldId id="273" r:id="rId25"/>
    <p:sldId id="274" r:id="rId26"/>
    <p:sldId id="275" r:id="rId27"/>
    <p:sldId id="276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EFBA53-7D91-4973-A00F-B9BD5DFDBEB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3EB96DA-02FF-460E-BBA3-3268AACF37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Overview of the project, importance of rating prediction, and role of ML models</a:t>
          </a:r>
        </a:p>
      </dgm:t>
    </dgm:pt>
    <dgm:pt modelId="{899D1E3B-A0D1-4FA6-AE6F-DCAEE3592059}" type="parTrans" cxnId="{52D4DEA8-9E07-4AC2-B0C4-DA868E6D83FE}">
      <dgm:prSet/>
      <dgm:spPr/>
      <dgm:t>
        <a:bodyPr/>
        <a:lstStyle/>
        <a:p>
          <a:endParaRPr lang="en-US"/>
        </a:p>
      </dgm:t>
    </dgm:pt>
    <dgm:pt modelId="{6727A7FD-3CCC-4C98-9A7B-799BDB210B48}" type="sibTrans" cxnId="{52D4DEA8-9E07-4AC2-B0C4-DA868E6D83FE}">
      <dgm:prSet/>
      <dgm:spPr/>
      <dgm:t>
        <a:bodyPr/>
        <a:lstStyle/>
        <a:p>
          <a:endParaRPr lang="en-US"/>
        </a:p>
      </dgm:t>
    </dgm:pt>
    <dgm:pt modelId="{3FFA61B2-3229-4F31-B376-948D0FE53B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Online food delivery platforms rely heavily on restaurant ratings.</a:t>
          </a:r>
        </a:p>
      </dgm:t>
    </dgm:pt>
    <dgm:pt modelId="{1D136897-28DE-40B9-A5F6-2AF2AAAFBD8A}" type="parTrans" cxnId="{9EB8734A-C4C3-4635-916F-5DBD0CEC73C8}">
      <dgm:prSet/>
      <dgm:spPr/>
      <dgm:t>
        <a:bodyPr/>
        <a:lstStyle/>
        <a:p>
          <a:endParaRPr lang="en-US"/>
        </a:p>
      </dgm:t>
    </dgm:pt>
    <dgm:pt modelId="{8054F557-02DE-4CDC-AED2-535E691C05BC}" type="sibTrans" cxnId="{9EB8734A-C4C3-4635-916F-5DBD0CEC73C8}">
      <dgm:prSet/>
      <dgm:spPr/>
      <dgm:t>
        <a:bodyPr/>
        <a:lstStyle/>
        <a:p>
          <a:endParaRPr lang="en-US"/>
        </a:p>
      </dgm:t>
    </dgm:pt>
    <dgm:pt modelId="{399DAC5F-0348-4775-9EBB-B5530F0860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dataset includes cuisines, cost, city, service options, and customer votes.</a:t>
          </a:r>
        </a:p>
      </dgm:t>
    </dgm:pt>
    <dgm:pt modelId="{68667643-BA75-4B4D-A9B1-4577B213C605}" type="parTrans" cxnId="{7A5977F7-2506-42AA-AA34-D2FE1D2FBC65}">
      <dgm:prSet/>
      <dgm:spPr/>
      <dgm:t>
        <a:bodyPr/>
        <a:lstStyle/>
        <a:p>
          <a:endParaRPr lang="en-US"/>
        </a:p>
      </dgm:t>
    </dgm:pt>
    <dgm:pt modelId="{F0EA7287-C339-4660-9A26-C71FA254E815}" type="sibTrans" cxnId="{7A5977F7-2506-42AA-AA34-D2FE1D2FBC65}">
      <dgm:prSet/>
      <dgm:spPr/>
      <dgm:t>
        <a:bodyPr/>
        <a:lstStyle/>
        <a:p>
          <a:endParaRPr lang="en-US"/>
        </a:p>
      </dgm:t>
    </dgm:pt>
    <dgm:pt modelId="{60D4D484-0F59-46CC-904E-6943067622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ML models predict ratings based on structured restaurant attributes.</a:t>
          </a:r>
        </a:p>
      </dgm:t>
    </dgm:pt>
    <dgm:pt modelId="{4BFFE06B-8856-412D-9C4C-BEFE10D28DC2}" type="parTrans" cxnId="{3BFE503F-BB9D-45CC-9D0E-6E69C080F50D}">
      <dgm:prSet/>
      <dgm:spPr/>
      <dgm:t>
        <a:bodyPr/>
        <a:lstStyle/>
        <a:p>
          <a:endParaRPr lang="en-US"/>
        </a:p>
      </dgm:t>
    </dgm:pt>
    <dgm:pt modelId="{B40EC71F-F221-4D23-AAC8-FE95CBC8E62F}" type="sibTrans" cxnId="{3BFE503F-BB9D-45CC-9D0E-6E69C080F50D}">
      <dgm:prSet/>
      <dgm:spPr/>
      <dgm:t>
        <a:bodyPr/>
        <a:lstStyle/>
        <a:p>
          <a:endParaRPr lang="en-US"/>
        </a:p>
      </dgm:t>
    </dgm:pt>
    <dgm:pt modelId="{D28A9C71-AB4A-40E1-B035-B7719379BA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XGBoost achieved the </a:t>
          </a:r>
          <a:r>
            <a:rPr lang="en-US" b="1"/>
            <a:t>best accuracy</a:t>
          </a:r>
          <a:r>
            <a:rPr lang="en-US"/>
            <a:t> with an RMSE of </a:t>
          </a:r>
          <a:r>
            <a:rPr lang="en-US" b="1"/>
            <a:t>0.3100</a:t>
          </a:r>
          <a:r>
            <a:rPr lang="en-US"/>
            <a:t>.</a:t>
          </a:r>
        </a:p>
      </dgm:t>
    </dgm:pt>
    <dgm:pt modelId="{FDCF5C28-8CCE-432D-BFD9-1BBA6469B75A}" type="parTrans" cxnId="{1F23DB42-8F2D-4F89-8E9E-673ECCAA0D0A}">
      <dgm:prSet/>
      <dgm:spPr/>
      <dgm:t>
        <a:bodyPr/>
        <a:lstStyle/>
        <a:p>
          <a:endParaRPr lang="en-US"/>
        </a:p>
      </dgm:t>
    </dgm:pt>
    <dgm:pt modelId="{6A4DC498-7F3B-4B16-AE8A-5B8361BAD93B}" type="sibTrans" cxnId="{1F23DB42-8F2D-4F89-8E9E-673ECCAA0D0A}">
      <dgm:prSet/>
      <dgm:spPr/>
      <dgm:t>
        <a:bodyPr/>
        <a:lstStyle/>
        <a:p>
          <a:endParaRPr lang="en-US"/>
        </a:p>
      </dgm:t>
    </dgm:pt>
    <dgm:pt modelId="{DC4A4246-0D6D-44E2-AD34-53F6B7FA9E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project helps customers, restaurants, and food-tech platforms make better decisions.</a:t>
          </a:r>
        </a:p>
      </dgm:t>
    </dgm:pt>
    <dgm:pt modelId="{279EAE45-DF10-4929-8B72-E2A8CDD9FE64}" type="parTrans" cxnId="{DAC5BC6D-ED50-47C3-9DFE-D0DEC2233B81}">
      <dgm:prSet/>
      <dgm:spPr/>
      <dgm:t>
        <a:bodyPr/>
        <a:lstStyle/>
        <a:p>
          <a:endParaRPr lang="en-US"/>
        </a:p>
      </dgm:t>
    </dgm:pt>
    <dgm:pt modelId="{C5E28A36-0EA7-4A54-8CD2-B4259E177B84}" type="sibTrans" cxnId="{DAC5BC6D-ED50-47C3-9DFE-D0DEC2233B81}">
      <dgm:prSet/>
      <dgm:spPr/>
      <dgm:t>
        <a:bodyPr/>
        <a:lstStyle/>
        <a:p>
          <a:endParaRPr lang="en-US"/>
        </a:p>
      </dgm:t>
    </dgm:pt>
    <dgm:pt modelId="{91067519-27E0-4582-BA95-EEE0243FD402}" type="pres">
      <dgm:prSet presAssocID="{CAEFBA53-7D91-4973-A00F-B9BD5DFDBEB8}" presName="root" presStyleCnt="0">
        <dgm:presLayoutVars>
          <dgm:dir/>
          <dgm:resizeHandles val="exact"/>
        </dgm:presLayoutVars>
      </dgm:prSet>
      <dgm:spPr/>
    </dgm:pt>
    <dgm:pt modelId="{DC371440-8251-4288-AC38-E3720E709B2F}" type="pres">
      <dgm:prSet presAssocID="{A3EB96DA-02FF-460E-BBA3-3268AACF3797}" presName="compNode" presStyleCnt="0"/>
      <dgm:spPr/>
    </dgm:pt>
    <dgm:pt modelId="{4C7D9201-DD8A-4A0D-BF43-FD39CA4D1B9B}" type="pres">
      <dgm:prSet presAssocID="{A3EB96DA-02FF-460E-BBA3-3268AACF3797}" presName="bgRect" presStyleLbl="bgShp" presStyleIdx="0" presStyleCnt="6"/>
      <dgm:spPr/>
    </dgm:pt>
    <dgm:pt modelId="{6ECED3BC-9CCE-42CE-8B62-BC78C8B6B124}" type="pres">
      <dgm:prSet presAssocID="{A3EB96DA-02FF-460E-BBA3-3268AACF379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2FE8D7C-33B0-48CF-BB6D-D4ACACBAEC07}" type="pres">
      <dgm:prSet presAssocID="{A3EB96DA-02FF-460E-BBA3-3268AACF3797}" presName="spaceRect" presStyleCnt="0"/>
      <dgm:spPr/>
    </dgm:pt>
    <dgm:pt modelId="{BB8B1F01-F544-42AD-8647-642636A49F9A}" type="pres">
      <dgm:prSet presAssocID="{A3EB96DA-02FF-460E-BBA3-3268AACF3797}" presName="parTx" presStyleLbl="revTx" presStyleIdx="0" presStyleCnt="6">
        <dgm:presLayoutVars>
          <dgm:chMax val="0"/>
          <dgm:chPref val="0"/>
        </dgm:presLayoutVars>
      </dgm:prSet>
      <dgm:spPr/>
    </dgm:pt>
    <dgm:pt modelId="{3C69BE5A-860E-43F4-AE9C-7A3778B711D6}" type="pres">
      <dgm:prSet presAssocID="{6727A7FD-3CCC-4C98-9A7B-799BDB210B48}" presName="sibTrans" presStyleCnt="0"/>
      <dgm:spPr/>
    </dgm:pt>
    <dgm:pt modelId="{654327EE-F5E5-4953-BB6B-9E838803CDF5}" type="pres">
      <dgm:prSet presAssocID="{3FFA61B2-3229-4F31-B376-948D0FE53B02}" presName="compNode" presStyleCnt="0"/>
      <dgm:spPr/>
    </dgm:pt>
    <dgm:pt modelId="{C29C1AC3-5719-41A5-9DCB-843806FC9EE8}" type="pres">
      <dgm:prSet presAssocID="{3FFA61B2-3229-4F31-B376-948D0FE53B02}" presName="bgRect" presStyleLbl="bgShp" presStyleIdx="1" presStyleCnt="6"/>
      <dgm:spPr/>
    </dgm:pt>
    <dgm:pt modelId="{CA48ED13-A18E-4026-8627-458D828CB033}" type="pres">
      <dgm:prSet presAssocID="{3FFA61B2-3229-4F31-B376-948D0FE53B02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co"/>
        </a:ext>
      </dgm:extLst>
    </dgm:pt>
    <dgm:pt modelId="{1812646C-55F9-4DD6-AE04-B416CFBD6869}" type="pres">
      <dgm:prSet presAssocID="{3FFA61B2-3229-4F31-B376-948D0FE53B02}" presName="spaceRect" presStyleCnt="0"/>
      <dgm:spPr/>
    </dgm:pt>
    <dgm:pt modelId="{F1C1F533-A2E3-4184-9857-9C3F526DA713}" type="pres">
      <dgm:prSet presAssocID="{3FFA61B2-3229-4F31-B376-948D0FE53B02}" presName="parTx" presStyleLbl="revTx" presStyleIdx="1" presStyleCnt="6">
        <dgm:presLayoutVars>
          <dgm:chMax val="0"/>
          <dgm:chPref val="0"/>
        </dgm:presLayoutVars>
      </dgm:prSet>
      <dgm:spPr/>
    </dgm:pt>
    <dgm:pt modelId="{3B9C4675-3573-45CC-92A0-7645F92F410F}" type="pres">
      <dgm:prSet presAssocID="{8054F557-02DE-4CDC-AED2-535E691C05BC}" presName="sibTrans" presStyleCnt="0"/>
      <dgm:spPr/>
    </dgm:pt>
    <dgm:pt modelId="{185A2A52-8FD4-44AD-A08F-998017018CF0}" type="pres">
      <dgm:prSet presAssocID="{399DAC5F-0348-4775-9EBB-B5530F0860B9}" presName="compNode" presStyleCnt="0"/>
      <dgm:spPr/>
    </dgm:pt>
    <dgm:pt modelId="{B532C00B-277C-4D11-9470-A47708CC44CF}" type="pres">
      <dgm:prSet presAssocID="{399DAC5F-0348-4775-9EBB-B5530F0860B9}" presName="bgRect" presStyleLbl="bgShp" presStyleIdx="2" presStyleCnt="6"/>
      <dgm:spPr/>
    </dgm:pt>
    <dgm:pt modelId="{262CEF16-66A0-40F0-BA79-B760252C60F8}" type="pres">
      <dgm:prSet presAssocID="{399DAC5F-0348-4775-9EBB-B5530F0860B9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5F456783-012E-4770-BAF9-2198D61A6BF2}" type="pres">
      <dgm:prSet presAssocID="{399DAC5F-0348-4775-9EBB-B5530F0860B9}" presName="spaceRect" presStyleCnt="0"/>
      <dgm:spPr/>
    </dgm:pt>
    <dgm:pt modelId="{2C0DCC73-4874-4331-AFAC-79489AB23345}" type="pres">
      <dgm:prSet presAssocID="{399DAC5F-0348-4775-9EBB-B5530F0860B9}" presName="parTx" presStyleLbl="revTx" presStyleIdx="2" presStyleCnt="6">
        <dgm:presLayoutVars>
          <dgm:chMax val="0"/>
          <dgm:chPref val="0"/>
        </dgm:presLayoutVars>
      </dgm:prSet>
      <dgm:spPr/>
    </dgm:pt>
    <dgm:pt modelId="{50FA0869-F25E-4523-8CDD-A503334FAF2A}" type="pres">
      <dgm:prSet presAssocID="{F0EA7287-C339-4660-9A26-C71FA254E815}" presName="sibTrans" presStyleCnt="0"/>
      <dgm:spPr/>
    </dgm:pt>
    <dgm:pt modelId="{F749BD1F-A53D-4F30-87C2-F3A6B477904E}" type="pres">
      <dgm:prSet presAssocID="{60D4D484-0F59-46CC-904E-6943067622E9}" presName="compNode" presStyleCnt="0"/>
      <dgm:spPr/>
    </dgm:pt>
    <dgm:pt modelId="{6F97013C-8F7C-4746-B1F8-D746EBDA5C37}" type="pres">
      <dgm:prSet presAssocID="{60D4D484-0F59-46CC-904E-6943067622E9}" presName="bgRect" presStyleLbl="bgShp" presStyleIdx="3" presStyleCnt="6"/>
      <dgm:spPr/>
    </dgm:pt>
    <dgm:pt modelId="{722F20DF-93CA-45B3-99F5-D4FDF80AB58C}" type="pres">
      <dgm:prSet presAssocID="{60D4D484-0F59-46CC-904E-6943067622E9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5D7DEC3-49E0-4FE6-93CE-7B23621077C8}" type="pres">
      <dgm:prSet presAssocID="{60D4D484-0F59-46CC-904E-6943067622E9}" presName="spaceRect" presStyleCnt="0"/>
      <dgm:spPr/>
    </dgm:pt>
    <dgm:pt modelId="{D6378429-24D0-4A66-B466-3AF58CA69203}" type="pres">
      <dgm:prSet presAssocID="{60D4D484-0F59-46CC-904E-6943067622E9}" presName="parTx" presStyleLbl="revTx" presStyleIdx="3" presStyleCnt="6">
        <dgm:presLayoutVars>
          <dgm:chMax val="0"/>
          <dgm:chPref val="0"/>
        </dgm:presLayoutVars>
      </dgm:prSet>
      <dgm:spPr/>
    </dgm:pt>
    <dgm:pt modelId="{D321A048-1F64-4377-AF29-B1AEE649FB59}" type="pres">
      <dgm:prSet presAssocID="{B40EC71F-F221-4D23-AAC8-FE95CBC8E62F}" presName="sibTrans" presStyleCnt="0"/>
      <dgm:spPr/>
    </dgm:pt>
    <dgm:pt modelId="{616C25A5-9B53-4337-AF33-5C74A86E2B34}" type="pres">
      <dgm:prSet presAssocID="{D28A9C71-AB4A-40E1-B035-B7719379BA41}" presName="compNode" presStyleCnt="0"/>
      <dgm:spPr/>
    </dgm:pt>
    <dgm:pt modelId="{17B061E9-9810-4063-9184-8DCF317D1DE8}" type="pres">
      <dgm:prSet presAssocID="{D28A9C71-AB4A-40E1-B035-B7719379BA41}" presName="bgRect" presStyleLbl="bgShp" presStyleIdx="4" presStyleCnt="6"/>
      <dgm:spPr/>
    </dgm:pt>
    <dgm:pt modelId="{83343AEB-ADBD-4565-9F6D-328428165B14}" type="pres">
      <dgm:prSet presAssocID="{D28A9C71-AB4A-40E1-B035-B7719379BA4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D89A28C-0536-44D7-9156-BE88C69C08E1}" type="pres">
      <dgm:prSet presAssocID="{D28A9C71-AB4A-40E1-B035-B7719379BA41}" presName="spaceRect" presStyleCnt="0"/>
      <dgm:spPr/>
    </dgm:pt>
    <dgm:pt modelId="{1C82757A-4AF1-48CA-915A-C9199BD73CFF}" type="pres">
      <dgm:prSet presAssocID="{D28A9C71-AB4A-40E1-B035-B7719379BA41}" presName="parTx" presStyleLbl="revTx" presStyleIdx="4" presStyleCnt="6">
        <dgm:presLayoutVars>
          <dgm:chMax val="0"/>
          <dgm:chPref val="0"/>
        </dgm:presLayoutVars>
      </dgm:prSet>
      <dgm:spPr/>
    </dgm:pt>
    <dgm:pt modelId="{D917BCE2-C836-4077-A27D-555D94B30CE5}" type="pres">
      <dgm:prSet presAssocID="{6A4DC498-7F3B-4B16-AE8A-5B8361BAD93B}" presName="sibTrans" presStyleCnt="0"/>
      <dgm:spPr/>
    </dgm:pt>
    <dgm:pt modelId="{C2545453-9454-49B1-B18C-FF3688583407}" type="pres">
      <dgm:prSet presAssocID="{DC4A4246-0D6D-44E2-AD34-53F6B7FA9E02}" presName="compNode" presStyleCnt="0"/>
      <dgm:spPr/>
    </dgm:pt>
    <dgm:pt modelId="{68EA313D-F7EB-41F1-9BD6-31AEB57E5F26}" type="pres">
      <dgm:prSet presAssocID="{DC4A4246-0D6D-44E2-AD34-53F6B7FA9E02}" presName="bgRect" presStyleLbl="bgShp" presStyleIdx="5" presStyleCnt="6"/>
      <dgm:spPr/>
    </dgm:pt>
    <dgm:pt modelId="{DECD6221-B2AB-49B3-827F-C186EDD53773}" type="pres">
      <dgm:prSet presAssocID="{DC4A4246-0D6D-44E2-AD34-53F6B7FA9E02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vered plate"/>
        </a:ext>
      </dgm:extLst>
    </dgm:pt>
    <dgm:pt modelId="{874C2B78-DB0F-40AC-8C9B-526DE74CE421}" type="pres">
      <dgm:prSet presAssocID="{DC4A4246-0D6D-44E2-AD34-53F6B7FA9E02}" presName="spaceRect" presStyleCnt="0"/>
      <dgm:spPr/>
    </dgm:pt>
    <dgm:pt modelId="{3C888C09-A72F-4D53-A453-A05FCE1A45DF}" type="pres">
      <dgm:prSet presAssocID="{DC4A4246-0D6D-44E2-AD34-53F6B7FA9E0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B7F1315-6F35-480E-9B8B-99066A8D26E0}" type="presOf" srcId="{399DAC5F-0348-4775-9EBB-B5530F0860B9}" destId="{2C0DCC73-4874-4331-AFAC-79489AB23345}" srcOrd="0" destOrd="0" presId="urn:microsoft.com/office/officeart/2018/2/layout/IconVerticalSolidList"/>
    <dgm:cxn modelId="{DA8C9F33-8836-4044-813F-791742F5E0E2}" type="presOf" srcId="{3FFA61B2-3229-4F31-B376-948D0FE53B02}" destId="{F1C1F533-A2E3-4184-9857-9C3F526DA713}" srcOrd="0" destOrd="0" presId="urn:microsoft.com/office/officeart/2018/2/layout/IconVerticalSolidList"/>
    <dgm:cxn modelId="{3BFE503F-BB9D-45CC-9D0E-6E69C080F50D}" srcId="{CAEFBA53-7D91-4973-A00F-B9BD5DFDBEB8}" destId="{60D4D484-0F59-46CC-904E-6943067622E9}" srcOrd="3" destOrd="0" parTransId="{4BFFE06B-8856-412D-9C4C-BEFE10D28DC2}" sibTransId="{B40EC71F-F221-4D23-AAC8-FE95CBC8E62F}"/>
    <dgm:cxn modelId="{3D8DD75C-328F-4F97-8180-3A00219DBBD1}" type="presOf" srcId="{DC4A4246-0D6D-44E2-AD34-53F6B7FA9E02}" destId="{3C888C09-A72F-4D53-A453-A05FCE1A45DF}" srcOrd="0" destOrd="0" presId="urn:microsoft.com/office/officeart/2018/2/layout/IconVerticalSolidList"/>
    <dgm:cxn modelId="{1F23DB42-8F2D-4F89-8E9E-673ECCAA0D0A}" srcId="{CAEFBA53-7D91-4973-A00F-B9BD5DFDBEB8}" destId="{D28A9C71-AB4A-40E1-B035-B7719379BA41}" srcOrd="4" destOrd="0" parTransId="{FDCF5C28-8CCE-432D-BFD9-1BBA6469B75A}" sibTransId="{6A4DC498-7F3B-4B16-AE8A-5B8361BAD93B}"/>
    <dgm:cxn modelId="{381CF344-3F33-4779-90DF-6010B8D4A86A}" type="presOf" srcId="{60D4D484-0F59-46CC-904E-6943067622E9}" destId="{D6378429-24D0-4A66-B466-3AF58CA69203}" srcOrd="0" destOrd="0" presId="urn:microsoft.com/office/officeart/2018/2/layout/IconVerticalSolidList"/>
    <dgm:cxn modelId="{9EB8734A-C4C3-4635-916F-5DBD0CEC73C8}" srcId="{CAEFBA53-7D91-4973-A00F-B9BD5DFDBEB8}" destId="{3FFA61B2-3229-4F31-B376-948D0FE53B02}" srcOrd="1" destOrd="0" parTransId="{1D136897-28DE-40B9-A5F6-2AF2AAAFBD8A}" sibTransId="{8054F557-02DE-4CDC-AED2-535E691C05BC}"/>
    <dgm:cxn modelId="{DAC5BC6D-ED50-47C3-9DFE-D0DEC2233B81}" srcId="{CAEFBA53-7D91-4973-A00F-B9BD5DFDBEB8}" destId="{DC4A4246-0D6D-44E2-AD34-53F6B7FA9E02}" srcOrd="5" destOrd="0" parTransId="{279EAE45-DF10-4929-8B72-E2A8CDD9FE64}" sibTransId="{C5E28A36-0EA7-4A54-8CD2-B4259E177B84}"/>
    <dgm:cxn modelId="{BE4EDA4E-66D0-46E8-BA37-95C715297718}" type="presOf" srcId="{D28A9C71-AB4A-40E1-B035-B7719379BA41}" destId="{1C82757A-4AF1-48CA-915A-C9199BD73CFF}" srcOrd="0" destOrd="0" presId="urn:microsoft.com/office/officeart/2018/2/layout/IconVerticalSolidList"/>
    <dgm:cxn modelId="{D28EC59C-7125-4F7D-A3D3-CE2E8E13FDB3}" type="presOf" srcId="{A3EB96DA-02FF-460E-BBA3-3268AACF3797}" destId="{BB8B1F01-F544-42AD-8647-642636A49F9A}" srcOrd="0" destOrd="0" presId="urn:microsoft.com/office/officeart/2018/2/layout/IconVerticalSolidList"/>
    <dgm:cxn modelId="{ACF7BA9F-82C3-4BE0-B654-A6B1CCAF8F32}" type="presOf" srcId="{CAEFBA53-7D91-4973-A00F-B9BD5DFDBEB8}" destId="{91067519-27E0-4582-BA95-EEE0243FD402}" srcOrd="0" destOrd="0" presId="urn:microsoft.com/office/officeart/2018/2/layout/IconVerticalSolidList"/>
    <dgm:cxn modelId="{52D4DEA8-9E07-4AC2-B0C4-DA868E6D83FE}" srcId="{CAEFBA53-7D91-4973-A00F-B9BD5DFDBEB8}" destId="{A3EB96DA-02FF-460E-BBA3-3268AACF3797}" srcOrd="0" destOrd="0" parTransId="{899D1E3B-A0D1-4FA6-AE6F-DCAEE3592059}" sibTransId="{6727A7FD-3CCC-4C98-9A7B-799BDB210B48}"/>
    <dgm:cxn modelId="{7A5977F7-2506-42AA-AA34-D2FE1D2FBC65}" srcId="{CAEFBA53-7D91-4973-A00F-B9BD5DFDBEB8}" destId="{399DAC5F-0348-4775-9EBB-B5530F0860B9}" srcOrd="2" destOrd="0" parTransId="{68667643-BA75-4B4D-A9B1-4577B213C605}" sibTransId="{F0EA7287-C339-4660-9A26-C71FA254E815}"/>
    <dgm:cxn modelId="{1D5B83B9-C0CB-41CF-8457-20028B7A935D}" type="presParOf" srcId="{91067519-27E0-4582-BA95-EEE0243FD402}" destId="{DC371440-8251-4288-AC38-E3720E709B2F}" srcOrd="0" destOrd="0" presId="urn:microsoft.com/office/officeart/2018/2/layout/IconVerticalSolidList"/>
    <dgm:cxn modelId="{65C52366-8215-45B3-8731-70F761ECACA2}" type="presParOf" srcId="{DC371440-8251-4288-AC38-E3720E709B2F}" destId="{4C7D9201-DD8A-4A0D-BF43-FD39CA4D1B9B}" srcOrd="0" destOrd="0" presId="urn:microsoft.com/office/officeart/2018/2/layout/IconVerticalSolidList"/>
    <dgm:cxn modelId="{E1739A9C-961D-4990-92B3-DAB45D00A27E}" type="presParOf" srcId="{DC371440-8251-4288-AC38-E3720E709B2F}" destId="{6ECED3BC-9CCE-42CE-8B62-BC78C8B6B124}" srcOrd="1" destOrd="0" presId="urn:microsoft.com/office/officeart/2018/2/layout/IconVerticalSolidList"/>
    <dgm:cxn modelId="{FF53B10C-4B8F-48DB-92E2-8EDC0C6D8BA6}" type="presParOf" srcId="{DC371440-8251-4288-AC38-E3720E709B2F}" destId="{C2FE8D7C-33B0-48CF-BB6D-D4ACACBAEC07}" srcOrd="2" destOrd="0" presId="urn:microsoft.com/office/officeart/2018/2/layout/IconVerticalSolidList"/>
    <dgm:cxn modelId="{90FFE792-E854-4977-B3CA-40317A8C1E4B}" type="presParOf" srcId="{DC371440-8251-4288-AC38-E3720E709B2F}" destId="{BB8B1F01-F544-42AD-8647-642636A49F9A}" srcOrd="3" destOrd="0" presId="urn:microsoft.com/office/officeart/2018/2/layout/IconVerticalSolidList"/>
    <dgm:cxn modelId="{544C5126-6E8F-4B46-BF21-9D06472D9BC1}" type="presParOf" srcId="{91067519-27E0-4582-BA95-EEE0243FD402}" destId="{3C69BE5A-860E-43F4-AE9C-7A3778B711D6}" srcOrd="1" destOrd="0" presId="urn:microsoft.com/office/officeart/2018/2/layout/IconVerticalSolidList"/>
    <dgm:cxn modelId="{09148324-3B9E-4819-8DE7-20C1620DB65B}" type="presParOf" srcId="{91067519-27E0-4582-BA95-EEE0243FD402}" destId="{654327EE-F5E5-4953-BB6B-9E838803CDF5}" srcOrd="2" destOrd="0" presId="urn:microsoft.com/office/officeart/2018/2/layout/IconVerticalSolidList"/>
    <dgm:cxn modelId="{7F79C369-6898-474C-87B8-664F7CF1CCB6}" type="presParOf" srcId="{654327EE-F5E5-4953-BB6B-9E838803CDF5}" destId="{C29C1AC3-5719-41A5-9DCB-843806FC9EE8}" srcOrd="0" destOrd="0" presId="urn:microsoft.com/office/officeart/2018/2/layout/IconVerticalSolidList"/>
    <dgm:cxn modelId="{31A2FFBF-FBBB-4BB0-B540-3EBFE8022020}" type="presParOf" srcId="{654327EE-F5E5-4953-BB6B-9E838803CDF5}" destId="{CA48ED13-A18E-4026-8627-458D828CB033}" srcOrd="1" destOrd="0" presId="urn:microsoft.com/office/officeart/2018/2/layout/IconVerticalSolidList"/>
    <dgm:cxn modelId="{F28F71F0-68B4-471A-815A-60DC1BE57800}" type="presParOf" srcId="{654327EE-F5E5-4953-BB6B-9E838803CDF5}" destId="{1812646C-55F9-4DD6-AE04-B416CFBD6869}" srcOrd="2" destOrd="0" presId="urn:microsoft.com/office/officeart/2018/2/layout/IconVerticalSolidList"/>
    <dgm:cxn modelId="{8085F1C0-5591-4A5F-8490-5B48C311A105}" type="presParOf" srcId="{654327EE-F5E5-4953-BB6B-9E838803CDF5}" destId="{F1C1F533-A2E3-4184-9857-9C3F526DA713}" srcOrd="3" destOrd="0" presId="urn:microsoft.com/office/officeart/2018/2/layout/IconVerticalSolidList"/>
    <dgm:cxn modelId="{F210C512-6621-45A2-9B9E-D2196AE7DF77}" type="presParOf" srcId="{91067519-27E0-4582-BA95-EEE0243FD402}" destId="{3B9C4675-3573-45CC-92A0-7645F92F410F}" srcOrd="3" destOrd="0" presId="urn:microsoft.com/office/officeart/2018/2/layout/IconVerticalSolidList"/>
    <dgm:cxn modelId="{F5A3120E-A831-4FE1-8BB4-F3C22647C2D8}" type="presParOf" srcId="{91067519-27E0-4582-BA95-EEE0243FD402}" destId="{185A2A52-8FD4-44AD-A08F-998017018CF0}" srcOrd="4" destOrd="0" presId="urn:microsoft.com/office/officeart/2018/2/layout/IconVerticalSolidList"/>
    <dgm:cxn modelId="{E3685214-9F53-4F6D-9936-671FD25F2176}" type="presParOf" srcId="{185A2A52-8FD4-44AD-A08F-998017018CF0}" destId="{B532C00B-277C-4D11-9470-A47708CC44CF}" srcOrd="0" destOrd="0" presId="urn:microsoft.com/office/officeart/2018/2/layout/IconVerticalSolidList"/>
    <dgm:cxn modelId="{6A28BD3A-8389-461D-ABAE-B49A05D3436C}" type="presParOf" srcId="{185A2A52-8FD4-44AD-A08F-998017018CF0}" destId="{262CEF16-66A0-40F0-BA79-B760252C60F8}" srcOrd="1" destOrd="0" presId="urn:microsoft.com/office/officeart/2018/2/layout/IconVerticalSolidList"/>
    <dgm:cxn modelId="{F7DF3642-B9D2-4F29-A849-2F06674BBA14}" type="presParOf" srcId="{185A2A52-8FD4-44AD-A08F-998017018CF0}" destId="{5F456783-012E-4770-BAF9-2198D61A6BF2}" srcOrd="2" destOrd="0" presId="urn:microsoft.com/office/officeart/2018/2/layout/IconVerticalSolidList"/>
    <dgm:cxn modelId="{431DB379-179C-423C-93AB-BCD2CC8BBEDC}" type="presParOf" srcId="{185A2A52-8FD4-44AD-A08F-998017018CF0}" destId="{2C0DCC73-4874-4331-AFAC-79489AB23345}" srcOrd="3" destOrd="0" presId="urn:microsoft.com/office/officeart/2018/2/layout/IconVerticalSolidList"/>
    <dgm:cxn modelId="{5FD0FE8D-491B-4A22-AE2A-929817B23D29}" type="presParOf" srcId="{91067519-27E0-4582-BA95-EEE0243FD402}" destId="{50FA0869-F25E-4523-8CDD-A503334FAF2A}" srcOrd="5" destOrd="0" presId="urn:microsoft.com/office/officeart/2018/2/layout/IconVerticalSolidList"/>
    <dgm:cxn modelId="{9F0087AE-52E3-4FA8-8653-33234EAD8BDF}" type="presParOf" srcId="{91067519-27E0-4582-BA95-EEE0243FD402}" destId="{F749BD1F-A53D-4F30-87C2-F3A6B477904E}" srcOrd="6" destOrd="0" presId="urn:microsoft.com/office/officeart/2018/2/layout/IconVerticalSolidList"/>
    <dgm:cxn modelId="{AA505601-7DF2-4394-88A5-DB5EB9B39115}" type="presParOf" srcId="{F749BD1F-A53D-4F30-87C2-F3A6B477904E}" destId="{6F97013C-8F7C-4746-B1F8-D746EBDA5C37}" srcOrd="0" destOrd="0" presId="urn:microsoft.com/office/officeart/2018/2/layout/IconVerticalSolidList"/>
    <dgm:cxn modelId="{66999C9D-BF29-4E6E-A239-0A461748F68B}" type="presParOf" srcId="{F749BD1F-A53D-4F30-87C2-F3A6B477904E}" destId="{722F20DF-93CA-45B3-99F5-D4FDF80AB58C}" srcOrd="1" destOrd="0" presId="urn:microsoft.com/office/officeart/2018/2/layout/IconVerticalSolidList"/>
    <dgm:cxn modelId="{28008ADC-493F-4589-BD0A-64A4EDFB9B29}" type="presParOf" srcId="{F749BD1F-A53D-4F30-87C2-F3A6B477904E}" destId="{55D7DEC3-49E0-4FE6-93CE-7B23621077C8}" srcOrd="2" destOrd="0" presId="urn:microsoft.com/office/officeart/2018/2/layout/IconVerticalSolidList"/>
    <dgm:cxn modelId="{D2DD3BFE-28C9-46A5-BCCB-139CAEBA2D89}" type="presParOf" srcId="{F749BD1F-A53D-4F30-87C2-F3A6B477904E}" destId="{D6378429-24D0-4A66-B466-3AF58CA69203}" srcOrd="3" destOrd="0" presId="urn:microsoft.com/office/officeart/2018/2/layout/IconVerticalSolidList"/>
    <dgm:cxn modelId="{245644B9-9C41-4AF4-862B-6A44604569F5}" type="presParOf" srcId="{91067519-27E0-4582-BA95-EEE0243FD402}" destId="{D321A048-1F64-4377-AF29-B1AEE649FB59}" srcOrd="7" destOrd="0" presId="urn:microsoft.com/office/officeart/2018/2/layout/IconVerticalSolidList"/>
    <dgm:cxn modelId="{5F9190A7-0360-4E2F-82F3-E1F5CADEABD6}" type="presParOf" srcId="{91067519-27E0-4582-BA95-EEE0243FD402}" destId="{616C25A5-9B53-4337-AF33-5C74A86E2B34}" srcOrd="8" destOrd="0" presId="urn:microsoft.com/office/officeart/2018/2/layout/IconVerticalSolidList"/>
    <dgm:cxn modelId="{7BC0A376-0C13-4E8E-9DF8-9B3222E5CD23}" type="presParOf" srcId="{616C25A5-9B53-4337-AF33-5C74A86E2B34}" destId="{17B061E9-9810-4063-9184-8DCF317D1DE8}" srcOrd="0" destOrd="0" presId="urn:microsoft.com/office/officeart/2018/2/layout/IconVerticalSolidList"/>
    <dgm:cxn modelId="{15E1861C-2512-4D9E-8E0D-16D1587D3608}" type="presParOf" srcId="{616C25A5-9B53-4337-AF33-5C74A86E2B34}" destId="{83343AEB-ADBD-4565-9F6D-328428165B14}" srcOrd="1" destOrd="0" presId="urn:microsoft.com/office/officeart/2018/2/layout/IconVerticalSolidList"/>
    <dgm:cxn modelId="{0DE89DED-2084-4510-A06A-DBC20D0A639F}" type="presParOf" srcId="{616C25A5-9B53-4337-AF33-5C74A86E2B34}" destId="{7D89A28C-0536-44D7-9156-BE88C69C08E1}" srcOrd="2" destOrd="0" presId="urn:microsoft.com/office/officeart/2018/2/layout/IconVerticalSolidList"/>
    <dgm:cxn modelId="{8AC5B651-1731-4222-9A2F-65C9D2D5823D}" type="presParOf" srcId="{616C25A5-9B53-4337-AF33-5C74A86E2B34}" destId="{1C82757A-4AF1-48CA-915A-C9199BD73CFF}" srcOrd="3" destOrd="0" presId="urn:microsoft.com/office/officeart/2018/2/layout/IconVerticalSolidList"/>
    <dgm:cxn modelId="{1F644C17-E8BB-4E4A-9BB7-BB47EE33D1F8}" type="presParOf" srcId="{91067519-27E0-4582-BA95-EEE0243FD402}" destId="{D917BCE2-C836-4077-A27D-555D94B30CE5}" srcOrd="9" destOrd="0" presId="urn:microsoft.com/office/officeart/2018/2/layout/IconVerticalSolidList"/>
    <dgm:cxn modelId="{F3200BC1-E3F4-403C-B27B-AB1E9C3673E7}" type="presParOf" srcId="{91067519-27E0-4582-BA95-EEE0243FD402}" destId="{C2545453-9454-49B1-B18C-FF3688583407}" srcOrd="10" destOrd="0" presId="urn:microsoft.com/office/officeart/2018/2/layout/IconVerticalSolidList"/>
    <dgm:cxn modelId="{39901F25-8CE1-43A6-8694-FF76573E907C}" type="presParOf" srcId="{C2545453-9454-49B1-B18C-FF3688583407}" destId="{68EA313D-F7EB-41F1-9BD6-31AEB57E5F26}" srcOrd="0" destOrd="0" presId="urn:microsoft.com/office/officeart/2018/2/layout/IconVerticalSolidList"/>
    <dgm:cxn modelId="{F01EFC35-FE6B-407E-95BE-6C5E3FBB1462}" type="presParOf" srcId="{C2545453-9454-49B1-B18C-FF3688583407}" destId="{DECD6221-B2AB-49B3-827F-C186EDD53773}" srcOrd="1" destOrd="0" presId="urn:microsoft.com/office/officeart/2018/2/layout/IconVerticalSolidList"/>
    <dgm:cxn modelId="{A1187618-BCEA-4033-8C31-33CBBD28AD7F}" type="presParOf" srcId="{C2545453-9454-49B1-B18C-FF3688583407}" destId="{874C2B78-DB0F-40AC-8C9B-526DE74CE421}" srcOrd="2" destOrd="0" presId="urn:microsoft.com/office/officeart/2018/2/layout/IconVerticalSolidList"/>
    <dgm:cxn modelId="{D53EF1EB-B549-4245-B3FF-3538FE3E182C}" type="presParOf" srcId="{C2545453-9454-49B1-B18C-FF3688583407}" destId="{3C888C09-A72F-4D53-A453-A05FCE1A45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0914EE-640B-4F0C-8375-A8303E2AC074}" type="doc">
      <dgm:prSet loTypeId="urn:microsoft.com/office/officeart/2005/8/layout/vList2" loCatId="list" qsTypeId="urn:microsoft.com/office/officeart/2005/8/quickstyle/simple1" qsCatId="simple" csTypeId="urn:microsoft.com/office/officeart/2005/8/colors/accent2_3" csCatId="accent2"/>
      <dgm:spPr/>
      <dgm:t>
        <a:bodyPr/>
        <a:lstStyle/>
        <a:p>
          <a:endParaRPr lang="en-US"/>
        </a:p>
      </dgm:t>
    </dgm:pt>
    <dgm:pt modelId="{10A6E19F-17DD-4AA9-A72B-EAC2C2B74A5E}">
      <dgm:prSet/>
      <dgm:spPr/>
      <dgm:t>
        <a:bodyPr/>
        <a:lstStyle/>
        <a:p>
          <a:r>
            <a:rPr lang="en-US"/>
            <a:t>Growth of Zomato, customer behavior, and data-driven decision making.</a:t>
          </a:r>
        </a:p>
      </dgm:t>
    </dgm:pt>
    <dgm:pt modelId="{CDB291F1-5E84-48E8-AB98-4D6A3D920F61}" type="parTrans" cxnId="{F71E6E0D-D7D4-436D-9403-1A1396C19CB8}">
      <dgm:prSet/>
      <dgm:spPr/>
      <dgm:t>
        <a:bodyPr/>
        <a:lstStyle/>
        <a:p>
          <a:endParaRPr lang="en-US"/>
        </a:p>
      </dgm:t>
    </dgm:pt>
    <dgm:pt modelId="{2F37DA77-874A-40FD-8144-6D0201FCD794}" type="sibTrans" cxnId="{F71E6E0D-D7D4-436D-9403-1A1396C19CB8}">
      <dgm:prSet/>
      <dgm:spPr/>
      <dgm:t>
        <a:bodyPr/>
        <a:lstStyle/>
        <a:p>
          <a:endParaRPr lang="en-US"/>
        </a:p>
      </dgm:t>
    </dgm:pt>
    <dgm:pt modelId="{B0D04CD7-CA58-4F53-8995-4511FFFB8E67}">
      <dgm:prSet/>
      <dgm:spPr/>
      <dgm:t>
        <a:bodyPr/>
        <a:lstStyle/>
        <a:p>
          <a:r>
            <a:rPr lang="en-US"/>
            <a:t>Zomato is one of India’s largest food discovery platforms.</a:t>
          </a:r>
        </a:p>
      </dgm:t>
    </dgm:pt>
    <dgm:pt modelId="{D218E05D-75FD-495E-9A64-3A3941D8B448}" type="parTrans" cxnId="{9EE8E1DC-78C0-4399-9177-2A18BCE1D78F}">
      <dgm:prSet/>
      <dgm:spPr/>
      <dgm:t>
        <a:bodyPr/>
        <a:lstStyle/>
        <a:p>
          <a:endParaRPr lang="en-US"/>
        </a:p>
      </dgm:t>
    </dgm:pt>
    <dgm:pt modelId="{02908C09-49AF-439A-8AC5-B2857EE41E61}" type="sibTrans" cxnId="{9EE8E1DC-78C0-4399-9177-2A18BCE1D78F}">
      <dgm:prSet/>
      <dgm:spPr/>
      <dgm:t>
        <a:bodyPr/>
        <a:lstStyle/>
        <a:p>
          <a:endParaRPr lang="en-US"/>
        </a:p>
      </dgm:t>
    </dgm:pt>
    <dgm:pt modelId="{4295D64D-CD6D-4030-B0C5-200C567DCD1E}">
      <dgm:prSet/>
      <dgm:spPr/>
      <dgm:t>
        <a:bodyPr/>
        <a:lstStyle/>
        <a:p>
          <a:r>
            <a:rPr lang="en-US" dirty="0"/>
            <a:t>Contains detailed information on cuisines, locations, and customer feedback.</a:t>
          </a:r>
        </a:p>
      </dgm:t>
    </dgm:pt>
    <dgm:pt modelId="{C62ADEE3-EFD9-4E9E-95BA-6F6E1C9C855E}" type="parTrans" cxnId="{462576C6-6398-4409-A6FE-20E3D2A76FF6}">
      <dgm:prSet/>
      <dgm:spPr/>
      <dgm:t>
        <a:bodyPr/>
        <a:lstStyle/>
        <a:p>
          <a:endParaRPr lang="en-US"/>
        </a:p>
      </dgm:t>
    </dgm:pt>
    <dgm:pt modelId="{DA92389B-0082-4C69-93FC-039C52C89EE3}" type="sibTrans" cxnId="{462576C6-6398-4409-A6FE-20E3D2A76FF6}">
      <dgm:prSet/>
      <dgm:spPr/>
      <dgm:t>
        <a:bodyPr/>
        <a:lstStyle/>
        <a:p>
          <a:endParaRPr lang="en-US"/>
        </a:p>
      </dgm:t>
    </dgm:pt>
    <dgm:pt modelId="{A1F192D1-F7CE-467A-B450-DBDA3FB706D3}">
      <dgm:prSet/>
      <dgm:spPr/>
      <dgm:t>
        <a:bodyPr/>
        <a:lstStyle/>
        <a:p>
          <a:r>
            <a:rPr lang="en-US"/>
            <a:t>Traditional statistics cannot capture nonlinear relationships in the data.</a:t>
          </a:r>
        </a:p>
      </dgm:t>
    </dgm:pt>
    <dgm:pt modelId="{70826D85-F695-47EE-AE74-164C859B64B6}" type="parTrans" cxnId="{189FF967-D646-4E6A-B3F6-DF71A6C55D96}">
      <dgm:prSet/>
      <dgm:spPr/>
      <dgm:t>
        <a:bodyPr/>
        <a:lstStyle/>
        <a:p>
          <a:endParaRPr lang="en-US"/>
        </a:p>
      </dgm:t>
    </dgm:pt>
    <dgm:pt modelId="{2FDA1FA3-292C-4212-AFE7-8124E06697E6}" type="sibTrans" cxnId="{189FF967-D646-4E6A-B3F6-DF71A6C55D96}">
      <dgm:prSet/>
      <dgm:spPr/>
      <dgm:t>
        <a:bodyPr/>
        <a:lstStyle/>
        <a:p>
          <a:endParaRPr lang="en-US"/>
        </a:p>
      </dgm:t>
    </dgm:pt>
    <dgm:pt modelId="{52D1583D-E877-45EC-9F1C-89A8BBA5D2F8}">
      <dgm:prSet/>
      <dgm:spPr/>
      <dgm:t>
        <a:bodyPr/>
        <a:lstStyle/>
        <a:p>
          <a:r>
            <a:rPr lang="en-US"/>
            <a:t>Machine learning models can learn patterns and predict outcomes accurately.</a:t>
          </a:r>
        </a:p>
      </dgm:t>
    </dgm:pt>
    <dgm:pt modelId="{91A89C4D-4770-4629-9BF4-C7328AC52551}" type="parTrans" cxnId="{1A98F560-CCD1-46F2-B6DF-6D76E3F505AF}">
      <dgm:prSet/>
      <dgm:spPr/>
      <dgm:t>
        <a:bodyPr/>
        <a:lstStyle/>
        <a:p>
          <a:endParaRPr lang="en-US"/>
        </a:p>
      </dgm:t>
    </dgm:pt>
    <dgm:pt modelId="{2494A289-6BB1-4BDD-BEB4-798F6AD7A7A9}" type="sibTrans" cxnId="{1A98F560-CCD1-46F2-B6DF-6D76E3F505AF}">
      <dgm:prSet/>
      <dgm:spPr/>
      <dgm:t>
        <a:bodyPr/>
        <a:lstStyle/>
        <a:p>
          <a:endParaRPr lang="en-US"/>
        </a:p>
      </dgm:t>
    </dgm:pt>
    <dgm:pt modelId="{FD68F05C-08A6-4F32-80CD-C4A04F9FFF85}" type="pres">
      <dgm:prSet presAssocID="{8D0914EE-640B-4F0C-8375-A8303E2AC074}" presName="linear" presStyleCnt="0">
        <dgm:presLayoutVars>
          <dgm:animLvl val="lvl"/>
          <dgm:resizeHandles val="exact"/>
        </dgm:presLayoutVars>
      </dgm:prSet>
      <dgm:spPr/>
    </dgm:pt>
    <dgm:pt modelId="{E085D732-0123-4A74-AF58-7A98339149B5}" type="pres">
      <dgm:prSet presAssocID="{10A6E19F-17DD-4AA9-A72B-EAC2C2B74A5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DA25B64-A641-49D1-86C3-DD774E0A993A}" type="pres">
      <dgm:prSet presAssocID="{2F37DA77-874A-40FD-8144-6D0201FCD794}" presName="spacer" presStyleCnt="0"/>
      <dgm:spPr/>
    </dgm:pt>
    <dgm:pt modelId="{EAC4AA8F-8E3A-41C2-BE52-24D29AD5D4C0}" type="pres">
      <dgm:prSet presAssocID="{B0D04CD7-CA58-4F53-8995-4511FFFB8E6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56E076D-8561-44E0-B161-DB5E1DB1DFBD}" type="pres">
      <dgm:prSet presAssocID="{02908C09-49AF-439A-8AC5-B2857EE41E61}" presName="spacer" presStyleCnt="0"/>
      <dgm:spPr/>
    </dgm:pt>
    <dgm:pt modelId="{33D32939-C479-49A8-BE1D-B706E934742B}" type="pres">
      <dgm:prSet presAssocID="{4295D64D-CD6D-4030-B0C5-200C567DCD1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EA6EF23-76B1-40E8-A0B2-21729D541679}" type="pres">
      <dgm:prSet presAssocID="{DA92389B-0082-4C69-93FC-039C52C89EE3}" presName="spacer" presStyleCnt="0"/>
      <dgm:spPr/>
    </dgm:pt>
    <dgm:pt modelId="{6DC849FF-B2EA-4458-9DA3-8FB1645CF747}" type="pres">
      <dgm:prSet presAssocID="{A1F192D1-F7CE-467A-B450-DBDA3FB706D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6A9D014-AB09-4B99-B226-C14BE1A08E0F}" type="pres">
      <dgm:prSet presAssocID="{2FDA1FA3-292C-4212-AFE7-8124E06697E6}" presName="spacer" presStyleCnt="0"/>
      <dgm:spPr/>
    </dgm:pt>
    <dgm:pt modelId="{DA8E7B15-9080-4C8E-86E2-19DDDF23C453}" type="pres">
      <dgm:prSet presAssocID="{52D1583D-E877-45EC-9F1C-89A8BBA5D2F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D63BC02-7553-4A8D-AEB6-7639F8C23D10}" type="presOf" srcId="{10A6E19F-17DD-4AA9-A72B-EAC2C2B74A5E}" destId="{E085D732-0123-4A74-AF58-7A98339149B5}" srcOrd="0" destOrd="0" presId="urn:microsoft.com/office/officeart/2005/8/layout/vList2"/>
    <dgm:cxn modelId="{F71E6E0D-D7D4-436D-9403-1A1396C19CB8}" srcId="{8D0914EE-640B-4F0C-8375-A8303E2AC074}" destId="{10A6E19F-17DD-4AA9-A72B-EAC2C2B74A5E}" srcOrd="0" destOrd="0" parTransId="{CDB291F1-5E84-48E8-AB98-4D6A3D920F61}" sibTransId="{2F37DA77-874A-40FD-8144-6D0201FCD794}"/>
    <dgm:cxn modelId="{BBD51E24-7B00-4672-A638-867AA2E15664}" type="presOf" srcId="{52D1583D-E877-45EC-9F1C-89A8BBA5D2F8}" destId="{DA8E7B15-9080-4C8E-86E2-19DDDF23C453}" srcOrd="0" destOrd="0" presId="urn:microsoft.com/office/officeart/2005/8/layout/vList2"/>
    <dgm:cxn modelId="{1A98F560-CCD1-46F2-B6DF-6D76E3F505AF}" srcId="{8D0914EE-640B-4F0C-8375-A8303E2AC074}" destId="{52D1583D-E877-45EC-9F1C-89A8BBA5D2F8}" srcOrd="4" destOrd="0" parTransId="{91A89C4D-4770-4629-9BF4-C7328AC52551}" sibTransId="{2494A289-6BB1-4BDD-BEB4-798F6AD7A7A9}"/>
    <dgm:cxn modelId="{189FF967-D646-4E6A-B3F6-DF71A6C55D96}" srcId="{8D0914EE-640B-4F0C-8375-A8303E2AC074}" destId="{A1F192D1-F7CE-467A-B450-DBDA3FB706D3}" srcOrd="3" destOrd="0" parTransId="{70826D85-F695-47EE-AE74-164C859B64B6}" sibTransId="{2FDA1FA3-292C-4212-AFE7-8124E06697E6}"/>
    <dgm:cxn modelId="{1ADDF578-87F0-48C2-9B97-CA661047D852}" type="presOf" srcId="{4295D64D-CD6D-4030-B0C5-200C567DCD1E}" destId="{33D32939-C479-49A8-BE1D-B706E934742B}" srcOrd="0" destOrd="0" presId="urn:microsoft.com/office/officeart/2005/8/layout/vList2"/>
    <dgm:cxn modelId="{D3A33685-F90E-4307-848F-B17E7C30890F}" type="presOf" srcId="{B0D04CD7-CA58-4F53-8995-4511FFFB8E67}" destId="{EAC4AA8F-8E3A-41C2-BE52-24D29AD5D4C0}" srcOrd="0" destOrd="0" presId="urn:microsoft.com/office/officeart/2005/8/layout/vList2"/>
    <dgm:cxn modelId="{7A50BEAD-612C-428D-8B94-B313E97D1463}" type="presOf" srcId="{8D0914EE-640B-4F0C-8375-A8303E2AC074}" destId="{FD68F05C-08A6-4F32-80CD-C4A04F9FFF85}" srcOrd="0" destOrd="0" presId="urn:microsoft.com/office/officeart/2005/8/layout/vList2"/>
    <dgm:cxn modelId="{564F09B6-7CD1-4745-B372-E9D24EA44F45}" type="presOf" srcId="{A1F192D1-F7CE-467A-B450-DBDA3FB706D3}" destId="{6DC849FF-B2EA-4458-9DA3-8FB1645CF747}" srcOrd="0" destOrd="0" presId="urn:microsoft.com/office/officeart/2005/8/layout/vList2"/>
    <dgm:cxn modelId="{462576C6-6398-4409-A6FE-20E3D2A76FF6}" srcId="{8D0914EE-640B-4F0C-8375-A8303E2AC074}" destId="{4295D64D-CD6D-4030-B0C5-200C567DCD1E}" srcOrd="2" destOrd="0" parTransId="{C62ADEE3-EFD9-4E9E-95BA-6F6E1C9C855E}" sibTransId="{DA92389B-0082-4C69-93FC-039C52C89EE3}"/>
    <dgm:cxn modelId="{9EE8E1DC-78C0-4399-9177-2A18BCE1D78F}" srcId="{8D0914EE-640B-4F0C-8375-A8303E2AC074}" destId="{B0D04CD7-CA58-4F53-8995-4511FFFB8E67}" srcOrd="1" destOrd="0" parTransId="{D218E05D-75FD-495E-9A64-3A3941D8B448}" sibTransId="{02908C09-49AF-439A-8AC5-B2857EE41E61}"/>
    <dgm:cxn modelId="{66A6C205-05FD-4AA4-9E6B-C4D09EEED6BB}" type="presParOf" srcId="{FD68F05C-08A6-4F32-80CD-C4A04F9FFF85}" destId="{E085D732-0123-4A74-AF58-7A98339149B5}" srcOrd="0" destOrd="0" presId="urn:microsoft.com/office/officeart/2005/8/layout/vList2"/>
    <dgm:cxn modelId="{49EE240D-DED5-46E1-83EF-78674F755764}" type="presParOf" srcId="{FD68F05C-08A6-4F32-80CD-C4A04F9FFF85}" destId="{FDA25B64-A641-49D1-86C3-DD774E0A993A}" srcOrd="1" destOrd="0" presId="urn:microsoft.com/office/officeart/2005/8/layout/vList2"/>
    <dgm:cxn modelId="{195484AC-4653-4470-81CC-557DF037C8AD}" type="presParOf" srcId="{FD68F05C-08A6-4F32-80CD-C4A04F9FFF85}" destId="{EAC4AA8F-8E3A-41C2-BE52-24D29AD5D4C0}" srcOrd="2" destOrd="0" presId="urn:microsoft.com/office/officeart/2005/8/layout/vList2"/>
    <dgm:cxn modelId="{59D27C35-ECB6-45E3-B2B0-45EE513514A6}" type="presParOf" srcId="{FD68F05C-08A6-4F32-80CD-C4A04F9FFF85}" destId="{856E076D-8561-44E0-B161-DB5E1DB1DFBD}" srcOrd="3" destOrd="0" presId="urn:microsoft.com/office/officeart/2005/8/layout/vList2"/>
    <dgm:cxn modelId="{04F3C963-2F65-4D55-8BB2-22794B8171D3}" type="presParOf" srcId="{FD68F05C-08A6-4F32-80CD-C4A04F9FFF85}" destId="{33D32939-C479-49A8-BE1D-B706E934742B}" srcOrd="4" destOrd="0" presId="urn:microsoft.com/office/officeart/2005/8/layout/vList2"/>
    <dgm:cxn modelId="{1CD2248B-A726-4D9B-9EBD-FBF6882A66EA}" type="presParOf" srcId="{FD68F05C-08A6-4F32-80CD-C4A04F9FFF85}" destId="{5EA6EF23-76B1-40E8-A0B2-21729D541679}" srcOrd="5" destOrd="0" presId="urn:microsoft.com/office/officeart/2005/8/layout/vList2"/>
    <dgm:cxn modelId="{CE5928D3-9E5E-45AD-97F2-A0C46C6F2D24}" type="presParOf" srcId="{FD68F05C-08A6-4F32-80CD-C4A04F9FFF85}" destId="{6DC849FF-B2EA-4458-9DA3-8FB1645CF747}" srcOrd="6" destOrd="0" presId="urn:microsoft.com/office/officeart/2005/8/layout/vList2"/>
    <dgm:cxn modelId="{FEF8AB5D-D75F-46DD-A862-3FB421868F41}" type="presParOf" srcId="{FD68F05C-08A6-4F32-80CD-C4A04F9FFF85}" destId="{66A9D014-AB09-4B99-B226-C14BE1A08E0F}" srcOrd="7" destOrd="0" presId="urn:microsoft.com/office/officeart/2005/8/layout/vList2"/>
    <dgm:cxn modelId="{0D63CE18-DE2C-43D5-83A6-0EA783784F80}" type="presParOf" srcId="{FD68F05C-08A6-4F32-80CD-C4A04F9FFF85}" destId="{DA8E7B15-9080-4C8E-86E2-19DDDF23C45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25FD34-9FCE-4EC5-9357-E56B08FED17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2_2" csCatId="accent2" phldr="1"/>
      <dgm:spPr/>
      <dgm:t>
        <a:bodyPr/>
        <a:lstStyle/>
        <a:p>
          <a:endParaRPr lang="en-US"/>
        </a:p>
      </dgm:t>
    </dgm:pt>
    <dgm:pt modelId="{812EED88-A5AE-40D8-B086-A78D76A7B9B4}">
      <dgm:prSet/>
      <dgm:spPr/>
      <dgm:t>
        <a:bodyPr/>
        <a:lstStyle/>
        <a:p>
          <a:r>
            <a:rPr lang="en-US"/>
            <a:t>Dataset focus, modeling scope, exclusions.</a:t>
          </a:r>
        </a:p>
      </dgm:t>
    </dgm:pt>
    <dgm:pt modelId="{D78E6B87-3E79-4A7F-9E55-9793B2547E8A}" type="parTrans" cxnId="{AFC66142-7F51-4C45-AA2D-CBAEFBDFE631}">
      <dgm:prSet/>
      <dgm:spPr/>
      <dgm:t>
        <a:bodyPr/>
        <a:lstStyle/>
        <a:p>
          <a:endParaRPr lang="en-US"/>
        </a:p>
      </dgm:t>
    </dgm:pt>
    <dgm:pt modelId="{06D440FF-32D8-482F-BF88-1690C1890397}" type="sibTrans" cxnId="{AFC66142-7F51-4C45-AA2D-CBAEFBDFE631}">
      <dgm:prSet/>
      <dgm:spPr/>
      <dgm:t>
        <a:bodyPr/>
        <a:lstStyle/>
        <a:p>
          <a:endParaRPr lang="en-US"/>
        </a:p>
      </dgm:t>
    </dgm:pt>
    <dgm:pt modelId="{31FF103C-0BC8-4D55-AB70-F142F250D404}">
      <dgm:prSet/>
      <dgm:spPr/>
      <dgm:t>
        <a:bodyPr/>
        <a:lstStyle/>
        <a:p>
          <a:r>
            <a:rPr lang="en-US"/>
            <a:t>Uses structured restaurant-level data from Zomato.</a:t>
          </a:r>
        </a:p>
      </dgm:t>
    </dgm:pt>
    <dgm:pt modelId="{385DE344-660F-40BC-A859-E4CE9283C87E}" type="parTrans" cxnId="{D2D6CCF7-2502-4BF6-B940-D8DF16C88281}">
      <dgm:prSet/>
      <dgm:spPr/>
      <dgm:t>
        <a:bodyPr/>
        <a:lstStyle/>
        <a:p>
          <a:endParaRPr lang="en-US"/>
        </a:p>
      </dgm:t>
    </dgm:pt>
    <dgm:pt modelId="{7C422CAF-9833-4511-A2BE-7048A6D4F0C3}" type="sibTrans" cxnId="{D2D6CCF7-2502-4BF6-B940-D8DF16C88281}">
      <dgm:prSet/>
      <dgm:spPr/>
      <dgm:t>
        <a:bodyPr/>
        <a:lstStyle/>
        <a:p>
          <a:endParaRPr lang="en-US"/>
        </a:p>
      </dgm:t>
    </dgm:pt>
    <dgm:pt modelId="{4FC7ED5D-98C3-4160-BA3E-91B90EB70060}">
      <dgm:prSet/>
      <dgm:spPr/>
      <dgm:t>
        <a:bodyPr/>
        <a:lstStyle/>
        <a:p>
          <a:r>
            <a:rPr lang="en-US"/>
            <a:t>Focused on Indian restaurants for consistency.</a:t>
          </a:r>
        </a:p>
      </dgm:t>
    </dgm:pt>
    <dgm:pt modelId="{04AC973A-594F-4F56-9E46-D52794E3A926}" type="parTrans" cxnId="{330AFC28-CD42-4374-80B1-418A1588A5C7}">
      <dgm:prSet/>
      <dgm:spPr/>
      <dgm:t>
        <a:bodyPr/>
        <a:lstStyle/>
        <a:p>
          <a:endParaRPr lang="en-US"/>
        </a:p>
      </dgm:t>
    </dgm:pt>
    <dgm:pt modelId="{0474DEA4-5983-4024-9D71-6093CACECCE1}" type="sibTrans" cxnId="{330AFC28-CD42-4374-80B1-418A1588A5C7}">
      <dgm:prSet/>
      <dgm:spPr/>
      <dgm:t>
        <a:bodyPr/>
        <a:lstStyle/>
        <a:p>
          <a:endParaRPr lang="en-US"/>
        </a:p>
      </dgm:t>
    </dgm:pt>
    <dgm:pt modelId="{C41C4D9A-1079-4AF4-871B-E1632E32568D}">
      <dgm:prSet/>
      <dgm:spPr/>
      <dgm:t>
        <a:bodyPr/>
        <a:lstStyle/>
        <a:p>
          <a:r>
            <a:rPr lang="en-US"/>
            <a:t>Models built for regression tasks.</a:t>
          </a:r>
        </a:p>
      </dgm:t>
    </dgm:pt>
    <dgm:pt modelId="{71BC164F-3F65-4125-948A-A1E30E9C68DA}" type="parTrans" cxnId="{9416DEAB-FE36-440B-B37C-FDDE13121F6E}">
      <dgm:prSet/>
      <dgm:spPr/>
      <dgm:t>
        <a:bodyPr/>
        <a:lstStyle/>
        <a:p>
          <a:endParaRPr lang="en-US"/>
        </a:p>
      </dgm:t>
    </dgm:pt>
    <dgm:pt modelId="{F2996197-9B6D-4424-9D4F-69A939AD5BD0}" type="sibTrans" cxnId="{9416DEAB-FE36-440B-B37C-FDDE13121F6E}">
      <dgm:prSet/>
      <dgm:spPr/>
      <dgm:t>
        <a:bodyPr/>
        <a:lstStyle/>
        <a:p>
          <a:endParaRPr lang="en-US"/>
        </a:p>
      </dgm:t>
    </dgm:pt>
    <dgm:pt modelId="{0245C1D5-42CB-4F5B-9FB6-C43ECB30F0DC}">
      <dgm:prSet/>
      <dgm:spPr/>
      <dgm:t>
        <a:bodyPr/>
        <a:lstStyle/>
        <a:p>
          <a:r>
            <a:rPr lang="en-US"/>
            <a:t>Excludes sentiment analysis and real-time predictions.</a:t>
          </a:r>
        </a:p>
      </dgm:t>
    </dgm:pt>
    <dgm:pt modelId="{1A92769A-8FCB-4919-B926-7F6F2D34C4F6}" type="parTrans" cxnId="{D7CC1E22-8763-46EC-820A-A057752479E6}">
      <dgm:prSet/>
      <dgm:spPr/>
      <dgm:t>
        <a:bodyPr/>
        <a:lstStyle/>
        <a:p>
          <a:endParaRPr lang="en-US"/>
        </a:p>
      </dgm:t>
    </dgm:pt>
    <dgm:pt modelId="{B3FDF4F4-9466-4776-87B6-EB31546FF6F7}" type="sibTrans" cxnId="{D7CC1E22-8763-46EC-820A-A057752479E6}">
      <dgm:prSet/>
      <dgm:spPr/>
      <dgm:t>
        <a:bodyPr/>
        <a:lstStyle/>
        <a:p>
          <a:endParaRPr lang="en-US"/>
        </a:p>
      </dgm:t>
    </dgm:pt>
    <dgm:pt modelId="{B7118E01-30C5-4683-940C-60AAB4DB3AD7}">
      <dgm:prSet/>
      <dgm:spPr/>
      <dgm:t>
        <a:bodyPr/>
        <a:lstStyle/>
        <a:p>
          <a:r>
            <a:rPr lang="en-US"/>
            <a:t>Includes feature engineering (encoding + clustering).</a:t>
          </a:r>
        </a:p>
      </dgm:t>
    </dgm:pt>
    <dgm:pt modelId="{E0BC688F-A723-47D8-B8D7-2D3C320F45FB}" type="parTrans" cxnId="{77D712D6-D164-42A8-9C5A-CA5E59A945D5}">
      <dgm:prSet/>
      <dgm:spPr/>
      <dgm:t>
        <a:bodyPr/>
        <a:lstStyle/>
        <a:p>
          <a:endParaRPr lang="en-US"/>
        </a:p>
      </dgm:t>
    </dgm:pt>
    <dgm:pt modelId="{034E281A-22C9-4EF6-A119-00B01DA0BF12}" type="sibTrans" cxnId="{77D712D6-D164-42A8-9C5A-CA5E59A945D5}">
      <dgm:prSet/>
      <dgm:spPr/>
      <dgm:t>
        <a:bodyPr/>
        <a:lstStyle/>
        <a:p>
          <a:endParaRPr lang="en-US"/>
        </a:p>
      </dgm:t>
    </dgm:pt>
    <dgm:pt modelId="{6137B9DA-1864-4D56-91F5-55DA2A4F12EE}" type="pres">
      <dgm:prSet presAssocID="{1925FD34-9FCE-4EC5-9357-E56B08FED172}" presName="root" presStyleCnt="0">
        <dgm:presLayoutVars>
          <dgm:dir/>
          <dgm:resizeHandles val="exact"/>
        </dgm:presLayoutVars>
      </dgm:prSet>
      <dgm:spPr/>
    </dgm:pt>
    <dgm:pt modelId="{D21E76F8-3959-4BC0-8770-7DA0F33D9BB6}" type="pres">
      <dgm:prSet presAssocID="{1925FD34-9FCE-4EC5-9357-E56B08FED172}" presName="container" presStyleCnt="0">
        <dgm:presLayoutVars>
          <dgm:dir/>
          <dgm:resizeHandles val="exact"/>
        </dgm:presLayoutVars>
      </dgm:prSet>
      <dgm:spPr/>
    </dgm:pt>
    <dgm:pt modelId="{0752F4CD-90C0-430E-BA54-65C0660CEE6C}" type="pres">
      <dgm:prSet presAssocID="{812EED88-A5AE-40D8-B086-A78D76A7B9B4}" presName="compNode" presStyleCnt="0"/>
      <dgm:spPr/>
    </dgm:pt>
    <dgm:pt modelId="{2CE4EAFE-E268-46D7-BF08-416670F402D6}" type="pres">
      <dgm:prSet presAssocID="{812EED88-A5AE-40D8-B086-A78D76A7B9B4}" presName="iconBgRect" presStyleLbl="bgShp" presStyleIdx="0" presStyleCnt="6"/>
      <dgm:spPr/>
    </dgm:pt>
    <dgm:pt modelId="{0F2A3B0A-EB93-4122-A0EA-5316F2D1E9F2}" type="pres">
      <dgm:prSet presAssocID="{812EED88-A5AE-40D8-B086-A78D76A7B9B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4F614557-CE4F-4583-9490-73D74A0C7DFC}" type="pres">
      <dgm:prSet presAssocID="{812EED88-A5AE-40D8-B086-A78D76A7B9B4}" presName="spaceRect" presStyleCnt="0"/>
      <dgm:spPr/>
    </dgm:pt>
    <dgm:pt modelId="{1198C872-88D1-4E0C-84CD-9235B1C96BE9}" type="pres">
      <dgm:prSet presAssocID="{812EED88-A5AE-40D8-B086-A78D76A7B9B4}" presName="textRect" presStyleLbl="revTx" presStyleIdx="0" presStyleCnt="6">
        <dgm:presLayoutVars>
          <dgm:chMax val="1"/>
          <dgm:chPref val="1"/>
        </dgm:presLayoutVars>
      </dgm:prSet>
      <dgm:spPr/>
    </dgm:pt>
    <dgm:pt modelId="{F0A92622-E378-4589-B9A7-4CF969135A62}" type="pres">
      <dgm:prSet presAssocID="{06D440FF-32D8-482F-BF88-1690C1890397}" presName="sibTrans" presStyleLbl="sibTrans2D1" presStyleIdx="0" presStyleCnt="0"/>
      <dgm:spPr/>
    </dgm:pt>
    <dgm:pt modelId="{0215638D-2B2D-4468-BD31-9304574B5307}" type="pres">
      <dgm:prSet presAssocID="{31FF103C-0BC8-4D55-AB70-F142F250D404}" presName="compNode" presStyleCnt="0"/>
      <dgm:spPr/>
    </dgm:pt>
    <dgm:pt modelId="{1FDA4BFE-BFDE-4A30-B8B6-04E003B9F902}" type="pres">
      <dgm:prSet presAssocID="{31FF103C-0BC8-4D55-AB70-F142F250D404}" presName="iconBgRect" presStyleLbl="bgShp" presStyleIdx="1" presStyleCnt="6"/>
      <dgm:spPr/>
    </dgm:pt>
    <dgm:pt modelId="{07F5E3BC-4787-4F44-9D5D-94452665D1A0}" type="pres">
      <dgm:prSet presAssocID="{31FF103C-0BC8-4D55-AB70-F142F250D40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69CB3A3-A613-4FAC-BD71-CFF4F642FC07}" type="pres">
      <dgm:prSet presAssocID="{31FF103C-0BC8-4D55-AB70-F142F250D404}" presName="spaceRect" presStyleCnt="0"/>
      <dgm:spPr/>
    </dgm:pt>
    <dgm:pt modelId="{D2BE964B-ADC1-4857-8B05-97C86180456C}" type="pres">
      <dgm:prSet presAssocID="{31FF103C-0BC8-4D55-AB70-F142F250D404}" presName="textRect" presStyleLbl="revTx" presStyleIdx="1" presStyleCnt="6">
        <dgm:presLayoutVars>
          <dgm:chMax val="1"/>
          <dgm:chPref val="1"/>
        </dgm:presLayoutVars>
      </dgm:prSet>
      <dgm:spPr/>
    </dgm:pt>
    <dgm:pt modelId="{F610A61D-E351-4018-8171-74F82BBB0C6D}" type="pres">
      <dgm:prSet presAssocID="{7C422CAF-9833-4511-A2BE-7048A6D4F0C3}" presName="sibTrans" presStyleLbl="sibTrans2D1" presStyleIdx="0" presStyleCnt="0"/>
      <dgm:spPr/>
    </dgm:pt>
    <dgm:pt modelId="{AF636454-1B3F-4754-BE89-0F5A1E49E1D0}" type="pres">
      <dgm:prSet presAssocID="{4FC7ED5D-98C3-4160-BA3E-91B90EB70060}" presName="compNode" presStyleCnt="0"/>
      <dgm:spPr/>
    </dgm:pt>
    <dgm:pt modelId="{7FECEF87-EE40-49C4-8F8B-7D2C8CD81B65}" type="pres">
      <dgm:prSet presAssocID="{4FC7ED5D-98C3-4160-BA3E-91B90EB70060}" presName="iconBgRect" presStyleLbl="bgShp" presStyleIdx="2" presStyleCnt="6"/>
      <dgm:spPr/>
    </dgm:pt>
    <dgm:pt modelId="{7B4676DC-E138-47A3-B83D-50393E26FFBA}" type="pres">
      <dgm:prSet presAssocID="{4FC7ED5D-98C3-4160-BA3E-91B90EB70060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FE7899C8-F01F-4131-AB90-9D6C4C69919C}" type="pres">
      <dgm:prSet presAssocID="{4FC7ED5D-98C3-4160-BA3E-91B90EB70060}" presName="spaceRect" presStyleCnt="0"/>
      <dgm:spPr/>
    </dgm:pt>
    <dgm:pt modelId="{1F9C1C57-50B9-4A7E-82FF-FAC9093D6A9B}" type="pres">
      <dgm:prSet presAssocID="{4FC7ED5D-98C3-4160-BA3E-91B90EB70060}" presName="textRect" presStyleLbl="revTx" presStyleIdx="2" presStyleCnt="6">
        <dgm:presLayoutVars>
          <dgm:chMax val="1"/>
          <dgm:chPref val="1"/>
        </dgm:presLayoutVars>
      </dgm:prSet>
      <dgm:spPr/>
    </dgm:pt>
    <dgm:pt modelId="{253CAB6F-FA3D-4743-A34E-998FF81BCF38}" type="pres">
      <dgm:prSet presAssocID="{0474DEA4-5983-4024-9D71-6093CACECCE1}" presName="sibTrans" presStyleLbl="sibTrans2D1" presStyleIdx="0" presStyleCnt="0"/>
      <dgm:spPr/>
    </dgm:pt>
    <dgm:pt modelId="{658F784D-4F05-45BE-91FC-CAEEF7FBD9A3}" type="pres">
      <dgm:prSet presAssocID="{C41C4D9A-1079-4AF4-871B-E1632E32568D}" presName="compNode" presStyleCnt="0"/>
      <dgm:spPr/>
    </dgm:pt>
    <dgm:pt modelId="{3FFC487B-47FC-466E-8FE9-050040CBFBAC}" type="pres">
      <dgm:prSet presAssocID="{C41C4D9A-1079-4AF4-871B-E1632E32568D}" presName="iconBgRect" presStyleLbl="bgShp" presStyleIdx="3" presStyleCnt="6"/>
      <dgm:spPr/>
    </dgm:pt>
    <dgm:pt modelId="{4C7030BB-D2C7-45BD-94F3-5E787F526605}" type="pres">
      <dgm:prSet presAssocID="{C41C4D9A-1079-4AF4-871B-E1632E32568D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194A26-456F-4EB0-B9C8-D74A547BB76E}" type="pres">
      <dgm:prSet presAssocID="{C41C4D9A-1079-4AF4-871B-E1632E32568D}" presName="spaceRect" presStyleCnt="0"/>
      <dgm:spPr/>
    </dgm:pt>
    <dgm:pt modelId="{3DD758BF-1BD6-4C26-9D15-0525D009C6DA}" type="pres">
      <dgm:prSet presAssocID="{C41C4D9A-1079-4AF4-871B-E1632E32568D}" presName="textRect" presStyleLbl="revTx" presStyleIdx="3" presStyleCnt="6">
        <dgm:presLayoutVars>
          <dgm:chMax val="1"/>
          <dgm:chPref val="1"/>
        </dgm:presLayoutVars>
      </dgm:prSet>
      <dgm:spPr/>
    </dgm:pt>
    <dgm:pt modelId="{87E39F44-AF0E-451B-B428-6DE1F73BBCDD}" type="pres">
      <dgm:prSet presAssocID="{F2996197-9B6D-4424-9D4F-69A939AD5BD0}" presName="sibTrans" presStyleLbl="sibTrans2D1" presStyleIdx="0" presStyleCnt="0"/>
      <dgm:spPr/>
    </dgm:pt>
    <dgm:pt modelId="{97102121-2E18-4FEF-8AAB-FCEAA7AED05E}" type="pres">
      <dgm:prSet presAssocID="{0245C1D5-42CB-4F5B-9FB6-C43ECB30F0DC}" presName="compNode" presStyleCnt="0"/>
      <dgm:spPr/>
    </dgm:pt>
    <dgm:pt modelId="{AE3BC545-E8D1-4ECA-99EA-67D51DB36813}" type="pres">
      <dgm:prSet presAssocID="{0245C1D5-42CB-4F5B-9FB6-C43ECB30F0DC}" presName="iconBgRect" presStyleLbl="bgShp" presStyleIdx="4" presStyleCnt="6"/>
      <dgm:spPr/>
    </dgm:pt>
    <dgm:pt modelId="{F89DAA45-C3CB-4E3D-9AA5-86BC1528CEFA}" type="pres">
      <dgm:prSet presAssocID="{0245C1D5-42CB-4F5B-9FB6-C43ECB30F0DC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ADEC8C7-3EC3-459E-A4A7-6047D504EA2E}" type="pres">
      <dgm:prSet presAssocID="{0245C1D5-42CB-4F5B-9FB6-C43ECB30F0DC}" presName="spaceRect" presStyleCnt="0"/>
      <dgm:spPr/>
    </dgm:pt>
    <dgm:pt modelId="{9DA55C52-A892-4B6B-9C6D-9AD12A50AE47}" type="pres">
      <dgm:prSet presAssocID="{0245C1D5-42CB-4F5B-9FB6-C43ECB30F0DC}" presName="textRect" presStyleLbl="revTx" presStyleIdx="4" presStyleCnt="6">
        <dgm:presLayoutVars>
          <dgm:chMax val="1"/>
          <dgm:chPref val="1"/>
        </dgm:presLayoutVars>
      </dgm:prSet>
      <dgm:spPr/>
    </dgm:pt>
    <dgm:pt modelId="{71935C72-3EF6-48B4-BE0D-7C2EDE7FDA40}" type="pres">
      <dgm:prSet presAssocID="{B3FDF4F4-9466-4776-87B6-EB31546FF6F7}" presName="sibTrans" presStyleLbl="sibTrans2D1" presStyleIdx="0" presStyleCnt="0"/>
      <dgm:spPr/>
    </dgm:pt>
    <dgm:pt modelId="{60427565-B437-4B1D-B68D-467BCBA5C942}" type="pres">
      <dgm:prSet presAssocID="{B7118E01-30C5-4683-940C-60AAB4DB3AD7}" presName="compNode" presStyleCnt="0"/>
      <dgm:spPr/>
    </dgm:pt>
    <dgm:pt modelId="{E50C1772-700F-4D71-A592-7BF6322C3D7D}" type="pres">
      <dgm:prSet presAssocID="{B7118E01-30C5-4683-940C-60AAB4DB3AD7}" presName="iconBgRect" presStyleLbl="bgShp" presStyleIdx="5" presStyleCnt="6"/>
      <dgm:spPr/>
    </dgm:pt>
    <dgm:pt modelId="{FDC9DFF5-DA14-4F98-9D93-2834D0C2D8D2}" type="pres">
      <dgm:prSet presAssocID="{B7118E01-30C5-4683-940C-60AAB4DB3AD7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C06857F-5C82-4C94-9F63-F01F6E8D3B3B}" type="pres">
      <dgm:prSet presAssocID="{B7118E01-30C5-4683-940C-60AAB4DB3AD7}" presName="spaceRect" presStyleCnt="0"/>
      <dgm:spPr/>
    </dgm:pt>
    <dgm:pt modelId="{CAA5F50C-2FBF-4F9E-B437-3CA5815DAE25}" type="pres">
      <dgm:prSet presAssocID="{B7118E01-30C5-4683-940C-60AAB4DB3AD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1D74E1E-1144-444F-B1F7-3C986015308A}" type="presOf" srcId="{7C422CAF-9833-4511-A2BE-7048A6D4F0C3}" destId="{F610A61D-E351-4018-8171-74F82BBB0C6D}" srcOrd="0" destOrd="0" presId="urn:microsoft.com/office/officeart/2018/2/layout/IconCircleList"/>
    <dgm:cxn modelId="{D7CC1E22-8763-46EC-820A-A057752479E6}" srcId="{1925FD34-9FCE-4EC5-9357-E56B08FED172}" destId="{0245C1D5-42CB-4F5B-9FB6-C43ECB30F0DC}" srcOrd="4" destOrd="0" parTransId="{1A92769A-8FCB-4919-B926-7F6F2D34C4F6}" sibTransId="{B3FDF4F4-9466-4776-87B6-EB31546FF6F7}"/>
    <dgm:cxn modelId="{330AFC28-CD42-4374-80B1-418A1588A5C7}" srcId="{1925FD34-9FCE-4EC5-9357-E56B08FED172}" destId="{4FC7ED5D-98C3-4160-BA3E-91B90EB70060}" srcOrd="2" destOrd="0" parTransId="{04AC973A-594F-4F56-9E46-D52794E3A926}" sibTransId="{0474DEA4-5983-4024-9D71-6093CACECCE1}"/>
    <dgm:cxn modelId="{6D48FA35-19D1-42A3-BFE2-373FEEC942E4}" type="presOf" srcId="{1925FD34-9FCE-4EC5-9357-E56B08FED172}" destId="{6137B9DA-1864-4D56-91F5-55DA2A4F12EE}" srcOrd="0" destOrd="0" presId="urn:microsoft.com/office/officeart/2018/2/layout/IconCircleList"/>
    <dgm:cxn modelId="{17F1405E-2F66-46D5-8E62-1EE5AA61EE24}" type="presOf" srcId="{4FC7ED5D-98C3-4160-BA3E-91B90EB70060}" destId="{1F9C1C57-50B9-4A7E-82FF-FAC9093D6A9B}" srcOrd="0" destOrd="0" presId="urn:microsoft.com/office/officeart/2018/2/layout/IconCircleList"/>
    <dgm:cxn modelId="{AFC66142-7F51-4C45-AA2D-CBAEFBDFE631}" srcId="{1925FD34-9FCE-4EC5-9357-E56B08FED172}" destId="{812EED88-A5AE-40D8-B086-A78D76A7B9B4}" srcOrd="0" destOrd="0" parTransId="{D78E6B87-3E79-4A7F-9E55-9793B2547E8A}" sibTransId="{06D440FF-32D8-482F-BF88-1690C1890397}"/>
    <dgm:cxn modelId="{6EA3916A-775E-4148-BB57-85B47B740D7F}" type="presOf" srcId="{F2996197-9B6D-4424-9D4F-69A939AD5BD0}" destId="{87E39F44-AF0E-451B-B428-6DE1F73BBCDD}" srcOrd="0" destOrd="0" presId="urn:microsoft.com/office/officeart/2018/2/layout/IconCircleList"/>
    <dgm:cxn modelId="{57ADC26E-9394-4D0D-B2D2-4055B03A06D0}" type="presOf" srcId="{31FF103C-0BC8-4D55-AB70-F142F250D404}" destId="{D2BE964B-ADC1-4857-8B05-97C86180456C}" srcOrd="0" destOrd="0" presId="urn:microsoft.com/office/officeart/2018/2/layout/IconCircleList"/>
    <dgm:cxn modelId="{928B2B53-EBAC-4544-9BE1-1700981C5028}" type="presOf" srcId="{B7118E01-30C5-4683-940C-60AAB4DB3AD7}" destId="{CAA5F50C-2FBF-4F9E-B437-3CA5815DAE25}" srcOrd="0" destOrd="0" presId="urn:microsoft.com/office/officeart/2018/2/layout/IconCircleList"/>
    <dgm:cxn modelId="{76CA4A53-653A-4061-93D6-BF7FFDC3B346}" type="presOf" srcId="{06D440FF-32D8-482F-BF88-1690C1890397}" destId="{F0A92622-E378-4589-B9A7-4CF969135A62}" srcOrd="0" destOrd="0" presId="urn:microsoft.com/office/officeart/2018/2/layout/IconCircleList"/>
    <dgm:cxn modelId="{B16E4585-FFC2-4645-A695-E2EB9E665EC0}" type="presOf" srcId="{C41C4D9A-1079-4AF4-871B-E1632E32568D}" destId="{3DD758BF-1BD6-4C26-9D15-0525D009C6DA}" srcOrd="0" destOrd="0" presId="urn:microsoft.com/office/officeart/2018/2/layout/IconCircleList"/>
    <dgm:cxn modelId="{E788759C-09F2-48B5-9C3E-CC16F0A4A7D9}" type="presOf" srcId="{B3FDF4F4-9466-4776-87B6-EB31546FF6F7}" destId="{71935C72-3EF6-48B4-BE0D-7C2EDE7FDA40}" srcOrd="0" destOrd="0" presId="urn:microsoft.com/office/officeart/2018/2/layout/IconCircleList"/>
    <dgm:cxn modelId="{1E2B72A0-6217-4088-A7EC-C5CF52930B47}" type="presOf" srcId="{0474DEA4-5983-4024-9D71-6093CACECCE1}" destId="{253CAB6F-FA3D-4743-A34E-998FF81BCF38}" srcOrd="0" destOrd="0" presId="urn:microsoft.com/office/officeart/2018/2/layout/IconCircleList"/>
    <dgm:cxn modelId="{9416DEAB-FE36-440B-B37C-FDDE13121F6E}" srcId="{1925FD34-9FCE-4EC5-9357-E56B08FED172}" destId="{C41C4D9A-1079-4AF4-871B-E1632E32568D}" srcOrd="3" destOrd="0" parTransId="{71BC164F-3F65-4125-948A-A1E30E9C68DA}" sibTransId="{F2996197-9B6D-4424-9D4F-69A939AD5BD0}"/>
    <dgm:cxn modelId="{77D712D6-D164-42A8-9C5A-CA5E59A945D5}" srcId="{1925FD34-9FCE-4EC5-9357-E56B08FED172}" destId="{B7118E01-30C5-4683-940C-60AAB4DB3AD7}" srcOrd="5" destOrd="0" parTransId="{E0BC688F-A723-47D8-B8D7-2D3C320F45FB}" sibTransId="{034E281A-22C9-4EF6-A119-00B01DA0BF12}"/>
    <dgm:cxn modelId="{F62683E8-DCD2-4951-8178-B95EB0DD3C5C}" type="presOf" srcId="{812EED88-A5AE-40D8-B086-A78D76A7B9B4}" destId="{1198C872-88D1-4E0C-84CD-9235B1C96BE9}" srcOrd="0" destOrd="0" presId="urn:microsoft.com/office/officeart/2018/2/layout/IconCircleList"/>
    <dgm:cxn modelId="{BA9894F4-E9E7-4E20-A4A6-0D801299B70C}" type="presOf" srcId="{0245C1D5-42CB-4F5B-9FB6-C43ECB30F0DC}" destId="{9DA55C52-A892-4B6B-9C6D-9AD12A50AE47}" srcOrd="0" destOrd="0" presId="urn:microsoft.com/office/officeart/2018/2/layout/IconCircleList"/>
    <dgm:cxn modelId="{D2D6CCF7-2502-4BF6-B940-D8DF16C88281}" srcId="{1925FD34-9FCE-4EC5-9357-E56B08FED172}" destId="{31FF103C-0BC8-4D55-AB70-F142F250D404}" srcOrd="1" destOrd="0" parTransId="{385DE344-660F-40BC-A859-E4CE9283C87E}" sibTransId="{7C422CAF-9833-4511-A2BE-7048A6D4F0C3}"/>
    <dgm:cxn modelId="{22F1C458-64EF-41F0-85B2-ACD885685DAF}" type="presParOf" srcId="{6137B9DA-1864-4D56-91F5-55DA2A4F12EE}" destId="{D21E76F8-3959-4BC0-8770-7DA0F33D9BB6}" srcOrd="0" destOrd="0" presId="urn:microsoft.com/office/officeart/2018/2/layout/IconCircleList"/>
    <dgm:cxn modelId="{E35BE057-F362-41AF-8FFC-CBC3B55CAEC6}" type="presParOf" srcId="{D21E76F8-3959-4BC0-8770-7DA0F33D9BB6}" destId="{0752F4CD-90C0-430E-BA54-65C0660CEE6C}" srcOrd="0" destOrd="0" presId="urn:microsoft.com/office/officeart/2018/2/layout/IconCircleList"/>
    <dgm:cxn modelId="{F1EF2098-A04E-4E66-8B51-B5A6AAA7AD8F}" type="presParOf" srcId="{0752F4CD-90C0-430E-BA54-65C0660CEE6C}" destId="{2CE4EAFE-E268-46D7-BF08-416670F402D6}" srcOrd="0" destOrd="0" presId="urn:microsoft.com/office/officeart/2018/2/layout/IconCircleList"/>
    <dgm:cxn modelId="{B329AA77-07C2-47D7-AD8E-4E4B9CE0088C}" type="presParOf" srcId="{0752F4CD-90C0-430E-BA54-65C0660CEE6C}" destId="{0F2A3B0A-EB93-4122-A0EA-5316F2D1E9F2}" srcOrd="1" destOrd="0" presId="urn:microsoft.com/office/officeart/2018/2/layout/IconCircleList"/>
    <dgm:cxn modelId="{198802D1-61A2-4BA6-8795-2FD39E46E0D8}" type="presParOf" srcId="{0752F4CD-90C0-430E-BA54-65C0660CEE6C}" destId="{4F614557-CE4F-4583-9490-73D74A0C7DFC}" srcOrd="2" destOrd="0" presId="urn:microsoft.com/office/officeart/2018/2/layout/IconCircleList"/>
    <dgm:cxn modelId="{2118AE21-400E-4CEC-A651-CD450AA9E2E2}" type="presParOf" srcId="{0752F4CD-90C0-430E-BA54-65C0660CEE6C}" destId="{1198C872-88D1-4E0C-84CD-9235B1C96BE9}" srcOrd="3" destOrd="0" presId="urn:microsoft.com/office/officeart/2018/2/layout/IconCircleList"/>
    <dgm:cxn modelId="{E112A013-46D1-4CB8-BAEA-6288EE81AC7D}" type="presParOf" srcId="{D21E76F8-3959-4BC0-8770-7DA0F33D9BB6}" destId="{F0A92622-E378-4589-B9A7-4CF969135A62}" srcOrd="1" destOrd="0" presId="urn:microsoft.com/office/officeart/2018/2/layout/IconCircleList"/>
    <dgm:cxn modelId="{2C01BDCC-C905-410E-A05A-FBF986978743}" type="presParOf" srcId="{D21E76F8-3959-4BC0-8770-7DA0F33D9BB6}" destId="{0215638D-2B2D-4468-BD31-9304574B5307}" srcOrd="2" destOrd="0" presId="urn:microsoft.com/office/officeart/2018/2/layout/IconCircleList"/>
    <dgm:cxn modelId="{BF22F075-A772-4E3A-B880-9F81B5E93E94}" type="presParOf" srcId="{0215638D-2B2D-4468-BD31-9304574B5307}" destId="{1FDA4BFE-BFDE-4A30-B8B6-04E003B9F902}" srcOrd="0" destOrd="0" presId="urn:microsoft.com/office/officeart/2018/2/layout/IconCircleList"/>
    <dgm:cxn modelId="{D1BC60B6-3518-4743-A1ED-F0354F0C836E}" type="presParOf" srcId="{0215638D-2B2D-4468-BD31-9304574B5307}" destId="{07F5E3BC-4787-4F44-9D5D-94452665D1A0}" srcOrd="1" destOrd="0" presId="urn:microsoft.com/office/officeart/2018/2/layout/IconCircleList"/>
    <dgm:cxn modelId="{0CFD14F1-C5E2-4C5C-AC14-35A9EA645E27}" type="presParOf" srcId="{0215638D-2B2D-4468-BD31-9304574B5307}" destId="{169CB3A3-A613-4FAC-BD71-CFF4F642FC07}" srcOrd="2" destOrd="0" presId="urn:microsoft.com/office/officeart/2018/2/layout/IconCircleList"/>
    <dgm:cxn modelId="{33DECE41-0AF4-4236-9F74-640D2F89B7EE}" type="presParOf" srcId="{0215638D-2B2D-4468-BD31-9304574B5307}" destId="{D2BE964B-ADC1-4857-8B05-97C86180456C}" srcOrd="3" destOrd="0" presId="urn:microsoft.com/office/officeart/2018/2/layout/IconCircleList"/>
    <dgm:cxn modelId="{74F29D3E-BC9C-4580-9917-6E7DDCE6E139}" type="presParOf" srcId="{D21E76F8-3959-4BC0-8770-7DA0F33D9BB6}" destId="{F610A61D-E351-4018-8171-74F82BBB0C6D}" srcOrd="3" destOrd="0" presId="urn:microsoft.com/office/officeart/2018/2/layout/IconCircleList"/>
    <dgm:cxn modelId="{58C5D369-A3C6-4E76-BDA4-8C0D3D61B1E7}" type="presParOf" srcId="{D21E76F8-3959-4BC0-8770-7DA0F33D9BB6}" destId="{AF636454-1B3F-4754-BE89-0F5A1E49E1D0}" srcOrd="4" destOrd="0" presId="urn:microsoft.com/office/officeart/2018/2/layout/IconCircleList"/>
    <dgm:cxn modelId="{1568093E-1731-4C9D-A67F-E87161365BFB}" type="presParOf" srcId="{AF636454-1B3F-4754-BE89-0F5A1E49E1D0}" destId="{7FECEF87-EE40-49C4-8F8B-7D2C8CD81B65}" srcOrd="0" destOrd="0" presId="urn:microsoft.com/office/officeart/2018/2/layout/IconCircleList"/>
    <dgm:cxn modelId="{71514369-3DC3-43F8-B9A1-35FB0FDD088B}" type="presParOf" srcId="{AF636454-1B3F-4754-BE89-0F5A1E49E1D0}" destId="{7B4676DC-E138-47A3-B83D-50393E26FFBA}" srcOrd="1" destOrd="0" presId="urn:microsoft.com/office/officeart/2018/2/layout/IconCircleList"/>
    <dgm:cxn modelId="{3B0867D4-1648-4B43-9D99-54D8D7A56813}" type="presParOf" srcId="{AF636454-1B3F-4754-BE89-0F5A1E49E1D0}" destId="{FE7899C8-F01F-4131-AB90-9D6C4C69919C}" srcOrd="2" destOrd="0" presId="urn:microsoft.com/office/officeart/2018/2/layout/IconCircleList"/>
    <dgm:cxn modelId="{867AAD84-2108-4A65-B3E5-8CE2A740A2BE}" type="presParOf" srcId="{AF636454-1B3F-4754-BE89-0F5A1E49E1D0}" destId="{1F9C1C57-50B9-4A7E-82FF-FAC9093D6A9B}" srcOrd="3" destOrd="0" presId="urn:microsoft.com/office/officeart/2018/2/layout/IconCircleList"/>
    <dgm:cxn modelId="{C05F4928-6EAE-4A3E-B5CB-1B5452AEAACB}" type="presParOf" srcId="{D21E76F8-3959-4BC0-8770-7DA0F33D9BB6}" destId="{253CAB6F-FA3D-4743-A34E-998FF81BCF38}" srcOrd="5" destOrd="0" presId="urn:microsoft.com/office/officeart/2018/2/layout/IconCircleList"/>
    <dgm:cxn modelId="{7A645D44-BB69-4CA6-8BF7-1CCB14A10F76}" type="presParOf" srcId="{D21E76F8-3959-4BC0-8770-7DA0F33D9BB6}" destId="{658F784D-4F05-45BE-91FC-CAEEF7FBD9A3}" srcOrd="6" destOrd="0" presId="urn:microsoft.com/office/officeart/2018/2/layout/IconCircleList"/>
    <dgm:cxn modelId="{2BDAA7A8-AB27-4B5B-9E82-5627C9B1B9CC}" type="presParOf" srcId="{658F784D-4F05-45BE-91FC-CAEEF7FBD9A3}" destId="{3FFC487B-47FC-466E-8FE9-050040CBFBAC}" srcOrd="0" destOrd="0" presId="urn:microsoft.com/office/officeart/2018/2/layout/IconCircleList"/>
    <dgm:cxn modelId="{E02EA00D-5225-4C33-B2E6-66EF55479740}" type="presParOf" srcId="{658F784D-4F05-45BE-91FC-CAEEF7FBD9A3}" destId="{4C7030BB-D2C7-45BD-94F3-5E787F526605}" srcOrd="1" destOrd="0" presId="urn:microsoft.com/office/officeart/2018/2/layout/IconCircleList"/>
    <dgm:cxn modelId="{07F47876-939B-4B1E-8942-964ED7CFC513}" type="presParOf" srcId="{658F784D-4F05-45BE-91FC-CAEEF7FBD9A3}" destId="{47194A26-456F-4EB0-B9C8-D74A547BB76E}" srcOrd="2" destOrd="0" presId="urn:microsoft.com/office/officeart/2018/2/layout/IconCircleList"/>
    <dgm:cxn modelId="{F2320EBA-2072-480F-9661-0AD752BDB1E0}" type="presParOf" srcId="{658F784D-4F05-45BE-91FC-CAEEF7FBD9A3}" destId="{3DD758BF-1BD6-4C26-9D15-0525D009C6DA}" srcOrd="3" destOrd="0" presId="urn:microsoft.com/office/officeart/2018/2/layout/IconCircleList"/>
    <dgm:cxn modelId="{9C38B1DA-C511-46B9-A4FF-5102C79ED903}" type="presParOf" srcId="{D21E76F8-3959-4BC0-8770-7DA0F33D9BB6}" destId="{87E39F44-AF0E-451B-B428-6DE1F73BBCDD}" srcOrd="7" destOrd="0" presId="urn:microsoft.com/office/officeart/2018/2/layout/IconCircleList"/>
    <dgm:cxn modelId="{53FC32A4-6692-4DE4-8896-6F26F26C7E01}" type="presParOf" srcId="{D21E76F8-3959-4BC0-8770-7DA0F33D9BB6}" destId="{97102121-2E18-4FEF-8AAB-FCEAA7AED05E}" srcOrd="8" destOrd="0" presId="urn:microsoft.com/office/officeart/2018/2/layout/IconCircleList"/>
    <dgm:cxn modelId="{8CB9EC73-FABB-463A-A5C7-8CBB59BB6A55}" type="presParOf" srcId="{97102121-2E18-4FEF-8AAB-FCEAA7AED05E}" destId="{AE3BC545-E8D1-4ECA-99EA-67D51DB36813}" srcOrd="0" destOrd="0" presId="urn:microsoft.com/office/officeart/2018/2/layout/IconCircleList"/>
    <dgm:cxn modelId="{675FA3B1-E568-4F88-9533-4E74DD5EFBBA}" type="presParOf" srcId="{97102121-2E18-4FEF-8AAB-FCEAA7AED05E}" destId="{F89DAA45-C3CB-4E3D-9AA5-86BC1528CEFA}" srcOrd="1" destOrd="0" presId="urn:microsoft.com/office/officeart/2018/2/layout/IconCircleList"/>
    <dgm:cxn modelId="{636B2336-D26C-4984-8FFB-519C441C3B83}" type="presParOf" srcId="{97102121-2E18-4FEF-8AAB-FCEAA7AED05E}" destId="{8ADEC8C7-3EC3-459E-A4A7-6047D504EA2E}" srcOrd="2" destOrd="0" presId="urn:microsoft.com/office/officeart/2018/2/layout/IconCircleList"/>
    <dgm:cxn modelId="{90C56245-C96E-46CC-B81A-C7DFB5956509}" type="presParOf" srcId="{97102121-2E18-4FEF-8AAB-FCEAA7AED05E}" destId="{9DA55C52-A892-4B6B-9C6D-9AD12A50AE47}" srcOrd="3" destOrd="0" presId="urn:microsoft.com/office/officeart/2018/2/layout/IconCircleList"/>
    <dgm:cxn modelId="{53C58F49-ACDB-4FA7-8FB0-45464A5B48DB}" type="presParOf" srcId="{D21E76F8-3959-4BC0-8770-7DA0F33D9BB6}" destId="{71935C72-3EF6-48B4-BE0D-7C2EDE7FDA40}" srcOrd="9" destOrd="0" presId="urn:microsoft.com/office/officeart/2018/2/layout/IconCircleList"/>
    <dgm:cxn modelId="{A84B06BE-C5A3-4A8F-9EC4-C749D479CCDB}" type="presParOf" srcId="{D21E76F8-3959-4BC0-8770-7DA0F33D9BB6}" destId="{60427565-B437-4B1D-B68D-467BCBA5C942}" srcOrd="10" destOrd="0" presId="urn:microsoft.com/office/officeart/2018/2/layout/IconCircleList"/>
    <dgm:cxn modelId="{297F888F-2D2C-4D70-9823-7110226CC20C}" type="presParOf" srcId="{60427565-B437-4B1D-B68D-467BCBA5C942}" destId="{E50C1772-700F-4D71-A592-7BF6322C3D7D}" srcOrd="0" destOrd="0" presId="urn:microsoft.com/office/officeart/2018/2/layout/IconCircleList"/>
    <dgm:cxn modelId="{7316595D-74B1-46B7-8C3F-BD7681DD975B}" type="presParOf" srcId="{60427565-B437-4B1D-B68D-467BCBA5C942}" destId="{FDC9DFF5-DA14-4F98-9D93-2834D0C2D8D2}" srcOrd="1" destOrd="0" presId="urn:microsoft.com/office/officeart/2018/2/layout/IconCircleList"/>
    <dgm:cxn modelId="{620C4283-4971-4BFA-B791-7BC8F82E6B5A}" type="presParOf" srcId="{60427565-B437-4B1D-B68D-467BCBA5C942}" destId="{1C06857F-5C82-4C94-9F63-F01F6E8D3B3B}" srcOrd="2" destOrd="0" presId="urn:microsoft.com/office/officeart/2018/2/layout/IconCircleList"/>
    <dgm:cxn modelId="{D22814C0-C515-42F2-95BD-EC6586E26F64}" type="presParOf" srcId="{60427565-B437-4B1D-B68D-467BCBA5C942}" destId="{CAA5F50C-2FBF-4F9E-B437-3CA5815DAE2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4E652E-C804-4761-881C-9E2F2A783041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2959662-EDA1-4045-8D27-A05AD2A33185}">
      <dgm:prSet/>
      <dgm:spPr/>
      <dgm:t>
        <a:bodyPr/>
        <a:lstStyle/>
        <a:p>
          <a:r>
            <a:rPr lang="en-US" dirty="0"/>
            <a:t>Description of dataset source and relevance.</a:t>
          </a:r>
        </a:p>
      </dgm:t>
    </dgm:pt>
    <dgm:pt modelId="{C6E527E9-FA1F-45BF-A836-8094A994289D}" type="parTrans" cxnId="{1BACF819-3686-42B5-A638-0FDD1A3EC066}">
      <dgm:prSet/>
      <dgm:spPr/>
      <dgm:t>
        <a:bodyPr/>
        <a:lstStyle/>
        <a:p>
          <a:endParaRPr lang="en-US"/>
        </a:p>
      </dgm:t>
    </dgm:pt>
    <dgm:pt modelId="{1F0FA748-9573-457B-B10C-6D0F414715BD}" type="sibTrans" cxnId="{1BACF819-3686-42B5-A638-0FDD1A3EC066}">
      <dgm:prSet/>
      <dgm:spPr/>
      <dgm:t>
        <a:bodyPr/>
        <a:lstStyle/>
        <a:p>
          <a:endParaRPr lang="en-US"/>
        </a:p>
      </dgm:t>
    </dgm:pt>
    <dgm:pt modelId="{E7B7F445-A242-44D7-8E12-E8B1A127BE4F}">
      <dgm:prSet/>
      <dgm:spPr/>
      <dgm:t>
        <a:bodyPr/>
        <a:lstStyle/>
        <a:p>
          <a:r>
            <a:rPr lang="en-US"/>
            <a:t>Data sourced from publicly available Zomato metadata.</a:t>
          </a:r>
        </a:p>
      </dgm:t>
    </dgm:pt>
    <dgm:pt modelId="{4C7381A4-E43F-42C9-AE25-062C2B590B11}" type="parTrans" cxnId="{0232A626-84B8-4440-B278-BB42BEB9A9AD}">
      <dgm:prSet/>
      <dgm:spPr/>
      <dgm:t>
        <a:bodyPr/>
        <a:lstStyle/>
        <a:p>
          <a:endParaRPr lang="en-US"/>
        </a:p>
      </dgm:t>
    </dgm:pt>
    <dgm:pt modelId="{790007AE-0ED8-443B-8CAF-5DF30A6D7BA3}" type="sibTrans" cxnId="{0232A626-84B8-4440-B278-BB42BEB9A9AD}">
      <dgm:prSet/>
      <dgm:spPr/>
      <dgm:t>
        <a:bodyPr/>
        <a:lstStyle/>
        <a:p>
          <a:endParaRPr lang="en-US"/>
        </a:p>
      </dgm:t>
    </dgm:pt>
    <dgm:pt modelId="{6E6E9A7E-FDA1-42E1-AC67-CF0A30BA9549}">
      <dgm:prSet/>
      <dgm:spPr/>
      <dgm:t>
        <a:bodyPr/>
        <a:lstStyle/>
        <a:p>
          <a:r>
            <a:rPr lang="en-US"/>
            <a:t>Includes 9,551 entries; filtered to 8,652 Indian restaurants.</a:t>
          </a:r>
        </a:p>
      </dgm:t>
    </dgm:pt>
    <dgm:pt modelId="{A0ED1295-F1D1-4D21-B8B2-D56B7BFCCE6D}" type="parTrans" cxnId="{CFFFD565-8429-42B2-AC58-1A1FBF174131}">
      <dgm:prSet/>
      <dgm:spPr/>
      <dgm:t>
        <a:bodyPr/>
        <a:lstStyle/>
        <a:p>
          <a:endParaRPr lang="en-US"/>
        </a:p>
      </dgm:t>
    </dgm:pt>
    <dgm:pt modelId="{34F1FB59-1BD9-4B9F-90AB-74C860C759C6}" type="sibTrans" cxnId="{CFFFD565-8429-42B2-AC58-1A1FBF174131}">
      <dgm:prSet/>
      <dgm:spPr/>
      <dgm:t>
        <a:bodyPr/>
        <a:lstStyle/>
        <a:p>
          <a:endParaRPr lang="en-US"/>
        </a:p>
      </dgm:t>
    </dgm:pt>
    <dgm:pt modelId="{F8B75786-912C-4276-BBDF-6057EB9F017E}">
      <dgm:prSet/>
      <dgm:spPr/>
      <dgm:t>
        <a:bodyPr/>
        <a:lstStyle/>
        <a:p>
          <a:r>
            <a:rPr lang="en-US"/>
            <a:t>Contains 21 attributes: numerical, categorical, and geographical.</a:t>
          </a:r>
        </a:p>
      </dgm:t>
    </dgm:pt>
    <dgm:pt modelId="{A2E72259-0B5A-4CFC-BF3F-4A16D19E36C3}" type="parTrans" cxnId="{049B8D63-A2D4-4C10-8300-287EF4FF0EF7}">
      <dgm:prSet/>
      <dgm:spPr/>
      <dgm:t>
        <a:bodyPr/>
        <a:lstStyle/>
        <a:p>
          <a:endParaRPr lang="en-US"/>
        </a:p>
      </dgm:t>
    </dgm:pt>
    <dgm:pt modelId="{049C3109-1DFE-4D35-AFD9-340EF60A1DD2}" type="sibTrans" cxnId="{049B8D63-A2D4-4C10-8300-287EF4FF0EF7}">
      <dgm:prSet/>
      <dgm:spPr/>
      <dgm:t>
        <a:bodyPr/>
        <a:lstStyle/>
        <a:p>
          <a:endParaRPr lang="en-US"/>
        </a:p>
      </dgm:t>
    </dgm:pt>
    <dgm:pt modelId="{3768AC94-B061-4639-BEC9-946514FB3BFE}">
      <dgm:prSet/>
      <dgm:spPr/>
      <dgm:t>
        <a:bodyPr/>
        <a:lstStyle/>
        <a:p>
          <a:r>
            <a:rPr lang="en-US"/>
            <a:t>Suitable for ML because of variety and volume.</a:t>
          </a:r>
        </a:p>
      </dgm:t>
    </dgm:pt>
    <dgm:pt modelId="{E3DD5F0B-41AD-4222-89EA-3EB67A8F9995}" type="parTrans" cxnId="{A70F9D6A-B8E2-457C-A992-114CDA670ED1}">
      <dgm:prSet/>
      <dgm:spPr/>
      <dgm:t>
        <a:bodyPr/>
        <a:lstStyle/>
        <a:p>
          <a:endParaRPr lang="en-US"/>
        </a:p>
      </dgm:t>
    </dgm:pt>
    <dgm:pt modelId="{24D98A4C-AA9E-45D9-8345-9B35E84054E3}" type="sibTrans" cxnId="{A70F9D6A-B8E2-457C-A992-114CDA670ED1}">
      <dgm:prSet/>
      <dgm:spPr/>
      <dgm:t>
        <a:bodyPr/>
        <a:lstStyle/>
        <a:p>
          <a:endParaRPr lang="en-US"/>
        </a:p>
      </dgm:t>
    </dgm:pt>
    <dgm:pt modelId="{66CA69CB-96AB-4E4E-8642-8C8FC8C2577A}" type="pres">
      <dgm:prSet presAssocID="{504E652E-C804-4761-881C-9E2F2A783041}" presName="linear" presStyleCnt="0">
        <dgm:presLayoutVars>
          <dgm:animLvl val="lvl"/>
          <dgm:resizeHandles val="exact"/>
        </dgm:presLayoutVars>
      </dgm:prSet>
      <dgm:spPr/>
    </dgm:pt>
    <dgm:pt modelId="{66B6CAB3-2A0F-412F-929B-9FE2C6B9558D}" type="pres">
      <dgm:prSet presAssocID="{E2959662-EDA1-4045-8D27-A05AD2A3318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C9045DE-A9BB-4869-A3DD-AA1955F2A3CB}" type="pres">
      <dgm:prSet presAssocID="{1F0FA748-9573-457B-B10C-6D0F414715BD}" presName="spacer" presStyleCnt="0"/>
      <dgm:spPr/>
    </dgm:pt>
    <dgm:pt modelId="{42EC83DF-D7D5-45F9-8A00-B88876DD703E}" type="pres">
      <dgm:prSet presAssocID="{E7B7F445-A242-44D7-8E12-E8B1A127BE4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696A1BE-CC25-4B14-9F2D-F5E3B7CB88C3}" type="pres">
      <dgm:prSet presAssocID="{790007AE-0ED8-443B-8CAF-5DF30A6D7BA3}" presName="spacer" presStyleCnt="0"/>
      <dgm:spPr/>
    </dgm:pt>
    <dgm:pt modelId="{ECBB598A-00C9-4BB9-B2C1-3D6236473F8F}" type="pres">
      <dgm:prSet presAssocID="{6E6E9A7E-FDA1-42E1-AC67-CF0A30BA954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1494634-336A-4647-B35E-354AF5DA148B}" type="pres">
      <dgm:prSet presAssocID="{34F1FB59-1BD9-4B9F-90AB-74C860C759C6}" presName="spacer" presStyleCnt="0"/>
      <dgm:spPr/>
    </dgm:pt>
    <dgm:pt modelId="{45D1CE97-6B83-47DB-8C8E-8D44DE5493B3}" type="pres">
      <dgm:prSet presAssocID="{F8B75786-912C-4276-BBDF-6057EB9F017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3C562C6-288A-4932-BE34-4716C5DE21F4}" type="pres">
      <dgm:prSet presAssocID="{049C3109-1DFE-4D35-AFD9-340EF60A1DD2}" presName="spacer" presStyleCnt="0"/>
      <dgm:spPr/>
    </dgm:pt>
    <dgm:pt modelId="{C5FEED63-A433-4F45-9597-DCEAF17126A1}" type="pres">
      <dgm:prSet presAssocID="{3768AC94-B061-4639-BEC9-946514FB3BF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0AAD07-2991-4BA9-A545-585026D00DF8}" type="presOf" srcId="{6E6E9A7E-FDA1-42E1-AC67-CF0A30BA9549}" destId="{ECBB598A-00C9-4BB9-B2C1-3D6236473F8F}" srcOrd="0" destOrd="0" presId="urn:microsoft.com/office/officeart/2005/8/layout/vList2"/>
    <dgm:cxn modelId="{1BACF819-3686-42B5-A638-0FDD1A3EC066}" srcId="{504E652E-C804-4761-881C-9E2F2A783041}" destId="{E2959662-EDA1-4045-8D27-A05AD2A33185}" srcOrd="0" destOrd="0" parTransId="{C6E527E9-FA1F-45BF-A836-8094A994289D}" sibTransId="{1F0FA748-9573-457B-B10C-6D0F414715BD}"/>
    <dgm:cxn modelId="{0232A626-84B8-4440-B278-BB42BEB9A9AD}" srcId="{504E652E-C804-4761-881C-9E2F2A783041}" destId="{E7B7F445-A242-44D7-8E12-E8B1A127BE4F}" srcOrd="1" destOrd="0" parTransId="{4C7381A4-E43F-42C9-AE25-062C2B590B11}" sibTransId="{790007AE-0ED8-443B-8CAF-5DF30A6D7BA3}"/>
    <dgm:cxn modelId="{049B8D63-A2D4-4C10-8300-287EF4FF0EF7}" srcId="{504E652E-C804-4761-881C-9E2F2A783041}" destId="{F8B75786-912C-4276-BBDF-6057EB9F017E}" srcOrd="3" destOrd="0" parTransId="{A2E72259-0B5A-4CFC-BF3F-4A16D19E36C3}" sibTransId="{049C3109-1DFE-4D35-AFD9-340EF60A1DD2}"/>
    <dgm:cxn modelId="{CFFFD565-8429-42B2-AC58-1A1FBF174131}" srcId="{504E652E-C804-4761-881C-9E2F2A783041}" destId="{6E6E9A7E-FDA1-42E1-AC67-CF0A30BA9549}" srcOrd="2" destOrd="0" parTransId="{A0ED1295-F1D1-4D21-B8B2-D56B7BFCCE6D}" sibTransId="{34F1FB59-1BD9-4B9F-90AB-74C860C759C6}"/>
    <dgm:cxn modelId="{A70F9D6A-B8E2-457C-A992-114CDA670ED1}" srcId="{504E652E-C804-4761-881C-9E2F2A783041}" destId="{3768AC94-B061-4639-BEC9-946514FB3BFE}" srcOrd="4" destOrd="0" parTransId="{E3DD5F0B-41AD-4222-89EA-3EB67A8F9995}" sibTransId="{24D98A4C-AA9E-45D9-8345-9B35E84054E3}"/>
    <dgm:cxn modelId="{5AD2784C-EE81-42BF-B629-37D7E8EECBCB}" type="presOf" srcId="{E2959662-EDA1-4045-8D27-A05AD2A33185}" destId="{66B6CAB3-2A0F-412F-929B-9FE2C6B9558D}" srcOrd="0" destOrd="0" presId="urn:microsoft.com/office/officeart/2005/8/layout/vList2"/>
    <dgm:cxn modelId="{1D879A59-BD91-4A87-85D7-51A85BD684FA}" type="presOf" srcId="{504E652E-C804-4761-881C-9E2F2A783041}" destId="{66CA69CB-96AB-4E4E-8642-8C8FC8C2577A}" srcOrd="0" destOrd="0" presId="urn:microsoft.com/office/officeart/2005/8/layout/vList2"/>
    <dgm:cxn modelId="{B323FA7C-D093-4174-8AD1-4F7A7FC24788}" type="presOf" srcId="{3768AC94-B061-4639-BEC9-946514FB3BFE}" destId="{C5FEED63-A433-4F45-9597-DCEAF17126A1}" srcOrd="0" destOrd="0" presId="urn:microsoft.com/office/officeart/2005/8/layout/vList2"/>
    <dgm:cxn modelId="{7BDD9280-EC5E-425E-936E-597BBE852348}" type="presOf" srcId="{F8B75786-912C-4276-BBDF-6057EB9F017E}" destId="{45D1CE97-6B83-47DB-8C8E-8D44DE5493B3}" srcOrd="0" destOrd="0" presId="urn:microsoft.com/office/officeart/2005/8/layout/vList2"/>
    <dgm:cxn modelId="{6FDA05A9-B5F6-4D20-9B0B-A8BF322B72EB}" type="presOf" srcId="{E7B7F445-A242-44D7-8E12-E8B1A127BE4F}" destId="{42EC83DF-D7D5-45F9-8A00-B88876DD703E}" srcOrd="0" destOrd="0" presId="urn:microsoft.com/office/officeart/2005/8/layout/vList2"/>
    <dgm:cxn modelId="{3B1532B6-D92E-4EE1-83FF-EFD4AE9FF907}" type="presParOf" srcId="{66CA69CB-96AB-4E4E-8642-8C8FC8C2577A}" destId="{66B6CAB3-2A0F-412F-929B-9FE2C6B9558D}" srcOrd="0" destOrd="0" presId="urn:microsoft.com/office/officeart/2005/8/layout/vList2"/>
    <dgm:cxn modelId="{4D89AAD1-6819-4A07-B6C8-3A262C294067}" type="presParOf" srcId="{66CA69CB-96AB-4E4E-8642-8C8FC8C2577A}" destId="{EC9045DE-A9BB-4869-A3DD-AA1955F2A3CB}" srcOrd="1" destOrd="0" presId="urn:microsoft.com/office/officeart/2005/8/layout/vList2"/>
    <dgm:cxn modelId="{A56283DF-E455-474D-BDD0-8C723942AD98}" type="presParOf" srcId="{66CA69CB-96AB-4E4E-8642-8C8FC8C2577A}" destId="{42EC83DF-D7D5-45F9-8A00-B88876DD703E}" srcOrd="2" destOrd="0" presId="urn:microsoft.com/office/officeart/2005/8/layout/vList2"/>
    <dgm:cxn modelId="{0A125611-FFC9-4EAE-A2CF-65CEBD0AD24C}" type="presParOf" srcId="{66CA69CB-96AB-4E4E-8642-8C8FC8C2577A}" destId="{7696A1BE-CC25-4B14-9F2D-F5E3B7CB88C3}" srcOrd="3" destOrd="0" presId="urn:microsoft.com/office/officeart/2005/8/layout/vList2"/>
    <dgm:cxn modelId="{C3520A56-3129-4A4E-B20A-D0069BA0ADF7}" type="presParOf" srcId="{66CA69CB-96AB-4E4E-8642-8C8FC8C2577A}" destId="{ECBB598A-00C9-4BB9-B2C1-3D6236473F8F}" srcOrd="4" destOrd="0" presId="urn:microsoft.com/office/officeart/2005/8/layout/vList2"/>
    <dgm:cxn modelId="{CAEF2C76-7A04-445D-8129-055F7DB57AC5}" type="presParOf" srcId="{66CA69CB-96AB-4E4E-8642-8C8FC8C2577A}" destId="{A1494634-336A-4647-B35E-354AF5DA148B}" srcOrd="5" destOrd="0" presId="urn:microsoft.com/office/officeart/2005/8/layout/vList2"/>
    <dgm:cxn modelId="{EB3D4D5C-B4CF-420B-8E12-B4F3AAE847A2}" type="presParOf" srcId="{66CA69CB-96AB-4E4E-8642-8C8FC8C2577A}" destId="{45D1CE97-6B83-47DB-8C8E-8D44DE5493B3}" srcOrd="6" destOrd="0" presId="urn:microsoft.com/office/officeart/2005/8/layout/vList2"/>
    <dgm:cxn modelId="{A79A2C40-4822-4FA5-A352-424BE3DF72A9}" type="presParOf" srcId="{66CA69CB-96AB-4E4E-8642-8C8FC8C2577A}" destId="{43C562C6-288A-4932-BE34-4716C5DE21F4}" srcOrd="7" destOrd="0" presId="urn:microsoft.com/office/officeart/2005/8/layout/vList2"/>
    <dgm:cxn modelId="{AEB1CA7A-58EF-4750-A572-283E40877067}" type="presParOf" srcId="{66CA69CB-96AB-4E4E-8642-8C8FC8C2577A}" destId="{C5FEED63-A433-4F45-9597-DCEAF17126A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F65E8CD-4AF1-4BB3-A938-3FA76CB26E2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2_4" csCatId="accent2"/>
      <dgm:spPr/>
      <dgm:t>
        <a:bodyPr/>
        <a:lstStyle/>
        <a:p>
          <a:endParaRPr lang="en-US"/>
        </a:p>
      </dgm:t>
    </dgm:pt>
    <dgm:pt modelId="{427228A3-7B9F-4396-B995-6FFD8661341E}">
      <dgm:prSet custT="1"/>
      <dgm:spPr/>
      <dgm:t>
        <a:bodyPr/>
        <a:lstStyle/>
        <a:p>
          <a:r>
            <a:rPr lang="en-US" sz="1800" dirty="0"/>
            <a:t>Missing values, duplicates, outliers, formatting issues.</a:t>
          </a:r>
        </a:p>
      </dgm:t>
    </dgm:pt>
    <dgm:pt modelId="{AF9F878D-2A18-4182-B51D-552541F70EB8}" type="parTrans" cxnId="{3C3A95D1-3ACB-4FD0-9465-6BAAAC684C4D}">
      <dgm:prSet/>
      <dgm:spPr/>
      <dgm:t>
        <a:bodyPr/>
        <a:lstStyle/>
        <a:p>
          <a:endParaRPr lang="en-US" sz="2000"/>
        </a:p>
      </dgm:t>
    </dgm:pt>
    <dgm:pt modelId="{B97809A1-80D2-4AF0-9B54-667818FDFC23}" type="sibTrans" cxnId="{3C3A95D1-3ACB-4FD0-9465-6BAAAC684C4D}">
      <dgm:prSet custT="1"/>
      <dgm:spPr/>
      <dgm:t>
        <a:bodyPr/>
        <a:lstStyle/>
        <a:p>
          <a:endParaRPr lang="en-US" sz="600"/>
        </a:p>
      </dgm:t>
    </dgm:pt>
    <dgm:pt modelId="{F87BF626-F408-4F7E-88A8-604A1321B9B2}">
      <dgm:prSet custT="1"/>
      <dgm:spPr/>
      <dgm:t>
        <a:bodyPr/>
        <a:lstStyle/>
        <a:p>
          <a:r>
            <a:rPr lang="en-US" sz="1800" dirty="0"/>
            <a:t>Missing values in cuisines and rating fields.</a:t>
          </a:r>
        </a:p>
      </dgm:t>
    </dgm:pt>
    <dgm:pt modelId="{B607D167-227F-4ED9-ADFE-DF677BCA25E8}" type="parTrans" cxnId="{A109DB43-CA82-45EB-B708-8ED01F99887F}">
      <dgm:prSet/>
      <dgm:spPr/>
      <dgm:t>
        <a:bodyPr/>
        <a:lstStyle/>
        <a:p>
          <a:endParaRPr lang="en-US" sz="2000"/>
        </a:p>
      </dgm:t>
    </dgm:pt>
    <dgm:pt modelId="{B028641A-C707-4110-8F81-8CA77555A21F}" type="sibTrans" cxnId="{A109DB43-CA82-45EB-B708-8ED01F99887F}">
      <dgm:prSet custT="1"/>
      <dgm:spPr/>
      <dgm:t>
        <a:bodyPr/>
        <a:lstStyle/>
        <a:p>
          <a:endParaRPr lang="en-US" sz="600"/>
        </a:p>
      </dgm:t>
    </dgm:pt>
    <dgm:pt modelId="{4CB1EDFF-9D4E-4587-AD44-22CBE5126288}">
      <dgm:prSet custT="1"/>
      <dgm:spPr/>
      <dgm:t>
        <a:bodyPr/>
        <a:lstStyle/>
        <a:p>
          <a:r>
            <a:rPr lang="en-US" sz="1800"/>
            <a:t>Duplicate restaurant entries found and removed.</a:t>
          </a:r>
        </a:p>
      </dgm:t>
    </dgm:pt>
    <dgm:pt modelId="{906112E5-964E-4BB3-AAF7-896230888369}" type="parTrans" cxnId="{EC4CB1D9-6750-4283-8F78-05CC68A5F34D}">
      <dgm:prSet/>
      <dgm:spPr/>
      <dgm:t>
        <a:bodyPr/>
        <a:lstStyle/>
        <a:p>
          <a:endParaRPr lang="en-US" sz="2000"/>
        </a:p>
      </dgm:t>
    </dgm:pt>
    <dgm:pt modelId="{17DCE5B7-0BDD-4D37-A04A-969250CC3AA0}" type="sibTrans" cxnId="{EC4CB1D9-6750-4283-8F78-05CC68A5F34D}">
      <dgm:prSet custT="1"/>
      <dgm:spPr/>
      <dgm:t>
        <a:bodyPr/>
        <a:lstStyle/>
        <a:p>
          <a:endParaRPr lang="en-US" sz="600"/>
        </a:p>
      </dgm:t>
    </dgm:pt>
    <dgm:pt modelId="{85CA4756-DEE2-42FF-B1E2-F51243A8168D}">
      <dgm:prSet custT="1"/>
      <dgm:spPr/>
      <dgm:t>
        <a:bodyPr/>
        <a:lstStyle/>
        <a:p>
          <a:r>
            <a:rPr lang="en-US" sz="1800"/>
            <a:t>“Yes/No” fields converted to binary values (1/0).</a:t>
          </a:r>
        </a:p>
      </dgm:t>
    </dgm:pt>
    <dgm:pt modelId="{8714B8FE-FDED-4B76-91C1-D1112AACBE55}" type="parTrans" cxnId="{4F10B58E-543D-414C-A7DE-91C2F15A009E}">
      <dgm:prSet/>
      <dgm:spPr/>
      <dgm:t>
        <a:bodyPr/>
        <a:lstStyle/>
        <a:p>
          <a:endParaRPr lang="en-US" sz="2000"/>
        </a:p>
      </dgm:t>
    </dgm:pt>
    <dgm:pt modelId="{65B2DA6D-821B-4D08-966B-402A5260B31F}" type="sibTrans" cxnId="{4F10B58E-543D-414C-A7DE-91C2F15A009E}">
      <dgm:prSet custT="1"/>
      <dgm:spPr/>
      <dgm:t>
        <a:bodyPr/>
        <a:lstStyle/>
        <a:p>
          <a:endParaRPr lang="en-US" sz="600"/>
        </a:p>
      </dgm:t>
    </dgm:pt>
    <dgm:pt modelId="{767334BB-03D8-48A0-B69B-E998F0ABFDCC}">
      <dgm:prSet custT="1"/>
      <dgm:spPr/>
      <dgm:t>
        <a:bodyPr/>
        <a:lstStyle/>
        <a:p>
          <a:r>
            <a:rPr lang="en-US" sz="1800"/>
            <a:t>Outliers in votes and cost identified.</a:t>
          </a:r>
        </a:p>
      </dgm:t>
    </dgm:pt>
    <dgm:pt modelId="{01359A1A-76BE-495F-9A80-DFA11B12C709}" type="parTrans" cxnId="{F972F9F1-ACAF-4458-8B29-0CD14E7C16A5}">
      <dgm:prSet/>
      <dgm:spPr/>
      <dgm:t>
        <a:bodyPr/>
        <a:lstStyle/>
        <a:p>
          <a:endParaRPr lang="en-US" sz="2000"/>
        </a:p>
      </dgm:t>
    </dgm:pt>
    <dgm:pt modelId="{0DA5FDF8-A846-4CB1-AAC9-5999ECA39B91}" type="sibTrans" cxnId="{F972F9F1-ACAF-4458-8B29-0CD14E7C16A5}">
      <dgm:prSet custT="1"/>
      <dgm:spPr/>
      <dgm:t>
        <a:bodyPr/>
        <a:lstStyle/>
        <a:p>
          <a:endParaRPr lang="en-US" sz="600"/>
        </a:p>
      </dgm:t>
    </dgm:pt>
    <dgm:pt modelId="{A43116B7-87A4-40C2-958A-AD9D2E9CA26D}">
      <dgm:prSet custT="1"/>
      <dgm:spPr/>
      <dgm:t>
        <a:bodyPr/>
        <a:lstStyle/>
        <a:p>
          <a:r>
            <a:rPr lang="en-US" sz="1800"/>
            <a:t>Imbalanced city representation (Delhi NCR dominant).</a:t>
          </a:r>
        </a:p>
      </dgm:t>
    </dgm:pt>
    <dgm:pt modelId="{96B0EB13-E695-411E-9662-0BD53C8A6492}" type="parTrans" cxnId="{B4ED850E-CCA5-4843-BC6D-A2F8799B249E}">
      <dgm:prSet/>
      <dgm:spPr/>
      <dgm:t>
        <a:bodyPr/>
        <a:lstStyle/>
        <a:p>
          <a:endParaRPr lang="en-US" sz="2000"/>
        </a:p>
      </dgm:t>
    </dgm:pt>
    <dgm:pt modelId="{A2537780-BCFF-473A-B2CD-ABF19AF762FB}" type="sibTrans" cxnId="{B4ED850E-CCA5-4843-BC6D-A2F8799B249E}">
      <dgm:prSet/>
      <dgm:spPr/>
      <dgm:t>
        <a:bodyPr/>
        <a:lstStyle/>
        <a:p>
          <a:endParaRPr lang="en-US" sz="2000"/>
        </a:p>
      </dgm:t>
    </dgm:pt>
    <dgm:pt modelId="{51A8BD02-AA32-41ED-A292-352DD7E82ACD}" type="pres">
      <dgm:prSet presAssocID="{BF65E8CD-4AF1-4BB3-A938-3FA76CB26E25}" presName="Name0" presStyleCnt="0">
        <dgm:presLayoutVars>
          <dgm:dir/>
          <dgm:resizeHandles val="exact"/>
        </dgm:presLayoutVars>
      </dgm:prSet>
      <dgm:spPr/>
    </dgm:pt>
    <dgm:pt modelId="{2AF865CE-A034-4129-A736-343E13493433}" type="pres">
      <dgm:prSet presAssocID="{427228A3-7B9F-4396-B995-6FFD8661341E}" presName="node" presStyleLbl="node1" presStyleIdx="0" presStyleCnt="6">
        <dgm:presLayoutVars>
          <dgm:bulletEnabled val="1"/>
        </dgm:presLayoutVars>
      </dgm:prSet>
      <dgm:spPr/>
    </dgm:pt>
    <dgm:pt modelId="{D1BB00DB-8F8D-4B04-A9C3-3E60D342F217}" type="pres">
      <dgm:prSet presAssocID="{B97809A1-80D2-4AF0-9B54-667818FDFC23}" presName="sibTrans" presStyleLbl="sibTrans1D1" presStyleIdx="0" presStyleCnt="5"/>
      <dgm:spPr/>
    </dgm:pt>
    <dgm:pt modelId="{AB543650-9A05-42C6-87EE-2F853814E248}" type="pres">
      <dgm:prSet presAssocID="{B97809A1-80D2-4AF0-9B54-667818FDFC23}" presName="connectorText" presStyleLbl="sibTrans1D1" presStyleIdx="0" presStyleCnt="5"/>
      <dgm:spPr/>
    </dgm:pt>
    <dgm:pt modelId="{97109DB0-D665-4682-9971-46B01A698C53}" type="pres">
      <dgm:prSet presAssocID="{F87BF626-F408-4F7E-88A8-604A1321B9B2}" presName="node" presStyleLbl="node1" presStyleIdx="1" presStyleCnt="6">
        <dgm:presLayoutVars>
          <dgm:bulletEnabled val="1"/>
        </dgm:presLayoutVars>
      </dgm:prSet>
      <dgm:spPr/>
    </dgm:pt>
    <dgm:pt modelId="{A6F4359D-E17B-4E6C-9220-929812544588}" type="pres">
      <dgm:prSet presAssocID="{B028641A-C707-4110-8F81-8CA77555A21F}" presName="sibTrans" presStyleLbl="sibTrans1D1" presStyleIdx="1" presStyleCnt="5"/>
      <dgm:spPr/>
    </dgm:pt>
    <dgm:pt modelId="{6644F566-98D2-40E5-87E7-B72E2901AA58}" type="pres">
      <dgm:prSet presAssocID="{B028641A-C707-4110-8F81-8CA77555A21F}" presName="connectorText" presStyleLbl="sibTrans1D1" presStyleIdx="1" presStyleCnt="5"/>
      <dgm:spPr/>
    </dgm:pt>
    <dgm:pt modelId="{FCC8D9F7-1FD3-465A-BD1B-F2AF330E860F}" type="pres">
      <dgm:prSet presAssocID="{4CB1EDFF-9D4E-4587-AD44-22CBE5126288}" presName="node" presStyleLbl="node1" presStyleIdx="2" presStyleCnt="6">
        <dgm:presLayoutVars>
          <dgm:bulletEnabled val="1"/>
        </dgm:presLayoutVars>
      </dgm:prSet>
      <dgm:spPr/>
    </dgm:pt>
    <dgm:pt modelId="{10960BD0-7C91-45E1-8739-A5BBB909FCFB}" type="pres">
      <dgm:prSet presAssocID="{17DCE5B7-0BDD-4D37-A04A-969250CC3AA0}" presName="sibTrans" presStyleLbl="sibTrans1D1" presStyleIdx="2" presStyleCnt="5"/>
      <dgm:spPr/>
    </dgm:pt>
    <dgm:pt modelId="{247BD0E0-2920-47BD-8254-EE8CEA7D0E5A}" type="pres">
      <dgm:prSet presAssocID="{17DCE5B7-0BDD-4D37-A04A-969250CC3AA0}" presName="connectorText" presStyleLbl="sibTrans1D1" presStyleIdx="2" presStyleCnt="5"/>
      <dgm:spPr/>
    </dgm:pt>
    <dgm:pt modelId="{BF3AC012-4750-44F7-B1C2-6F31E2B557A0}" type="pres">
      <dgm:prSet presAssocID="{85CA4756-DEE2-42FF-B1E2-F51243A8168D}" presName="node" presStyleLbl="node1" presStyleIdx="3" presStyleCnt="6">
        <dgm:presLayoutVars>
          <dgm:bulletEnabled val="1"/>
        </dgm:presLayoutVars>
      </dgm:prSet>
      <dgm:spPr/>
    </dgm:pt>
    <dgm:pt modelId="{3BE9D31B-FA92-4353-BF43-62C9FAA5FE8F}" type="pres">
      <dgm:prSet presAssocID="{65B2DA6D-821B-4D08-966B-402A5260B31F}" presName="sibTrans" presStyleLbl="sibTrans1D1" presStyleIdx="3" presStyleCnt="5"/>
      <dgm:spPr/>
    </dgm:pt>
    <dgm:pt modelId="{CD30684E-4C53-4B44-82B5-D3CC5159836C}" type="pres">
      <dgm:prSet presAssocID="{65B2DA6D-821B-4D08-966B-402A5260B31F}" presName="connectorText" presStyleLbl="sibTrans1D1" presStyleIdx="3" presStyleCnt="5"/>
      <dgm:spPr/>
    </dgm:pt>
    <dgm:pt modelId="{BD2C0121-3747-4AF9-8047-5E2AE0DE08D2}" type="pres">
      <dgm:prSet presAssocID="{767334BB-03D8-48A0-B69B-E998F0ABFDCC}" presName="node" presStyleLbl="node1" presStyleIdx="4" presStyleCnt="6">
        <dgm:presLayoutVars>
          <dgm:bulletEnabled val="1"/>
        </dgm:presLayoutVars>
      </dgm:prSet>
      <dgm:spPr/>
    </dgm:pt>
    <dgm:pt modelId="{ADB5B2DD-2CAD-4C46-BD29-6F018688D34B}" type="pres">
      <dgm:prSet presAssocID="{0DA5FDF8-A846-4CB1-AAC9-5999ECA39B91}" presName="sibTrans" presStyleLbl="sibTrans1D1" presStyleIdx="4" presStyleCnt="5"/>
      <dgm:spPr/>
    </dgm:pt>
    <dgm:pt modelId="{68455C4E-90DD-4438-BC23-4F79E40DF203}" type="pres">
      <dgm:prSet presAssocID="{0DA5FDF8-A846-4CB1-AAC9-5999ECA39B91}" presName="connectorText" presStyleLbl="sibTrans1D1" presStyleIdx="4" presStyleCnt="5"/>
      <dgm:spPr/>
    </dgm:pt>
    <dgm:pt modelId="{6C8870E2-5518-4FD7-B5F7-C6BC44389644}" type="pres">
      <dgm:prSet presAssocID="{A43116B7-87A4-40C2-958A-AD9D2E9CA26D}" presName="node" presStyleLbl="node1" presStyleIdx="5" presStyleCnt="6">
        <dgm:presLayoutVars>
          <dgm:bulletEnabled val="1"/>
        </dgm:presLayoutVars>
      </dgm:prSet>
      <dgm:spPr/>
    </dgm:pt>
  </dgm:ptLst>
  <dgm:cxnLst>
    <dgm:cxn modelId="{5DC80D05-4D3C-4DCC-9AF0-D88591359BB0}" type="presOf" srcId="{0DA5FDF8-A846-4CB1-AAC9-5999ECA39B91}" destId="{68455C4E-90DD-4438-BC23-4F79E40DF203}" srcOrd="1" destOrd="0" presId="urn:microsoft.com/office/officeart/2016/7/layout/RepeatingBendingProcessNew"/>
    <dgm:cxn modelId="{B4ED850E-CCA5-4843-BC6D-A2F8799B249E}" srcId="{BF65E8CD-4AF1-4BB3-A938-3FA76CB26E25}" destId="{A43116B7-87A4-40C2-958A-AD9D2E9CA26D}" srcOrd="5" destOrd="0" parTransId="{96B0EB13-E695-411E-9662-0BD53C8A6492}" sibTransId="{A2537780-BCFF-473A-B2CD-ABF19AF762FB}"/>
    <dgm:cxn modelId="{F3EBCB16-A533-480F-96D6-2F0D00DD06C3}" type="presOf" srcId="{B97809A1-80D2-4AF0-9B54-667818FDFC23}" destId="{AB543650-9A05-42C6-87EE-2F853814E248}" srcOrd="1" destOrd="0" presId="urn:microsoft.com/office/officeart/2016/7/layout/RepeatingBendingProcessNew"/>
    <dgm:cxn modelId="{13B86E5F-F017-4F8C-BD68-047B852003F3}" type="presOf" srcId="{65B2DA6D-821B-4D08-966B-402A5260B31F}" destId="{CD30684E-4C53-4B44-82B5-D3CC5159836C}" srcOrd="1" destOrd="0" presId="urn:microsoft.com/office/officeart/2016/7/layout/RepeatingBendingProcessNew"/>
    <dgm:cxn modelId="{A109DB43-CA82-45EB-B708-8ED01F99887F}" srcId="{BF65E8CD-4AF1-4BB3-A938-3FA76CB26E25}" destId="{F87BF626-F408-4F7E-88A8-604A1321B9B2}" srcOrd="1" destOrd="0" parTransId="{B607D167-227F-4ED9-ADFE-DF677BCA25E8}" sibTransId="{B028641A-C707-4110-8F81-8CA77555A21F}"/>
    <dgm:cxn modelId="{3E5A0B64-102E-4EFC-85B5-2A5CA41425B8}" type="presOf" srcId="{65B2DA6D-821B-4D08-966B-402A5260B31F}" destId="{3BE9D31B-FA92-4353-BF43-62C9FAA5FE8F}" srcOrd="0" destOrd="0" presId="urn:microsoft.com/office/officeart/2016/7/layout/RepeatingBendingProcessNew"/>
    <dgm:cxn modelId="{960E2059-1F97-4D40-8F7A-6BA9A105C2C5}" type="presOf" srcId="{17DCE5B7-0BDD-4D37-A04A-969250CC3AA0}" destId="{10960BD0-7C91-45E1-8739-A5BBB909FCFB}" srcOrd="0" destOrd="0" presId="urn:microsoft.com/office/officeart/2016/7/layout/RepeatingBendingProcessNew"/>
    <dgm:cxn modelId="{24E6F78A-C274-412B-BF21-17FA0DCF463E}" type="presOf" srcId="{B028641A-C707-4110-8F81-8CA77555A21F}" destId="{6644F566-98D2-40E5-87E7-B72E2901AA58}" srcOrd="1" destOrd="0" presId="urn:microsoft.com/office/officeart/2016/7/layout/RepeatingBendingProcessNew"/>
    <dgm:cxn modelId="{4F10B58E-543D-414C-A7DE-91C2F15A009E}" srcId="{BF65E8CD-4AF1-4BB3-A938-3FA76CB26E25}" destId="{85CA4756-DEE2-42FF-B1E2-F51243A8168D}" srcOrd="3" destOrd="0" parTransId="{8714B8FE-FDED-4B76-91C1-D1112AACBE55}" sibTransId="{65B2DA6D-821B-4D08-966B-402A5260B31F}"/>
    <dgm:cxn modelId="{2DA12294-5360-4C31-B882-E820B3F78B8E}" type="presOf" srcId="{B97809A1-80D2-4AF0-9B54-667818FDFC23}" destId="{D1BB00DB-8F8D-4B04-A9C3-3E60D342F217}" srcOrd="0" destOrd="0" presId="urn:microsoft.com/office/officeart/2016/7/layout/RepeatingBendingProcessNew"/>
    <dgm:cxn modelId="{2D37A795-5FC2-48DD-B10F-213A475C6A4D}" type="presOf" srcId="{A43116B7-87A4-40C2-958A-AD9D2E9CA26D}" destId="{6C8870E2-5518-4FD7-B5F7-C6BC44389644}" srcOrd="0" destOrd="0" presId="urn:microsoft.com/office/officeart/2016/7/layout/RepeatingBendingProcessNew"/>
    <dgm:cxn modelId="{1460AD9E-6014-4270-9FCA-6234F0401B17}" type="presOf" srcId="{4CB1EDFF-9D4E-4587-AD44-22CBE5126288}" destId="{FCC8D9F7-1FD3-465A-BD1B-F2AF330E860F}" srcOrd="0" destOrd="0" presId="urn:microsoft.com/office/officeart/2016/7/layout/RepeatingBendingProcessNew"/>
    <dgm:cxn modelId="{02E7359F-1CE9-47D4-B24E-DB56DDF39037}" type="presOf" srcId="{85CA4756-DEE2-42FF-B1E2-F51243A8168D}" destId="{BF3AC012-4750-44F7-B1C2-6F31E2B557A0}" srcOrd="0" destOrd="0" presId="urn:microsoft.com/office/officeart/2016/7/layout/RepeatingBendingProcessNew"/>
    <dgm:cxn modelId="{EDC31FB1-C4E1-4149-9B2F-1AD40CB9C813}" type="presOf" srcId="{B028641A-C707-4110-8F81-8CA77555A21F}" destId="{A6F4359D-E17B-4E6C-9220-929812544588}" srcOrd="0" destOrd="0" presId="urn:microsoft.com/office/officeart/2016/7/layout/RepeatingBendingProcessNew"/>
    <dgm:cxn modelId="{2BE744B4-3D57-4AE2-9F68-C61027136F6F}" type="presOf" srcId="{17DCE5B7-0BDD-4D37-A04A-969250CC3AA0}" destId="{247BD0E0-2920-47BD-8254-EE8CEA7D0E5A}" srcOrd="1" destOrd="0" presId="urn:microsoft.com/office/officeart/2016/7/layout/RepeatingBendingProcessNew"/>
    <dgm:cxn modelId="{01146AB8-555C-4D32-88DB-4669CB0B5AB3}" type="presOf" srcId="{F87BF626-F408-4F7E-88A8-604A1321B9B2}" destId="{97109DB0-D665-4682-9971-46B01A698C53}" srcOrd="0" destOrd="0" presId="urn:microsoft.com/office/officeart/2016/7/layout/RepeatingBendingProcessNew"/>
    <dgm:cxn modelId="{F39020C9-7006-4C88-9BD0-95FB51807FC2}" type="presOf" srcId="{427228A3-7B9F-4396-B995-6FFD8661341E}" destId="{2AF865CE-A034-4129-A736-343E13493433}" srcOrd="0" destOrd="0" presId="urn:microsoft.com/office/officeart/2016/7/layout/RepeatingBendingProcessNew"/>
    <dgm:cxn modelId="{3C3A95D1-3ACB-4FD0-9465-6BAAAC684C4D}" srcId="{BF65E8CD-4AF1-4BB3-A938-3FA76CB26E25}" destId="{427228A3-7B9F-4396-B995-6FFD8661341E}" srcOrd="0" destOrd="0" parTransId="{AF9F878D-2A18-4182-B51D-552541F70EB8}" sibTransId="{B97809A1-80D2-4AF0-9B54-667818FDFC23}"/>
    <dgm:cxn modelId="{4E5213D7-4338-4AC8-9A17-37B97A059811}" type="presOf" srcId="{767334BB-03D8-48A0-B69B-E998F0ABFDCC}" destId="{BD2C0121-3747-4AF9-8047-5E2AE0DE08D2}" srcOrd="0" destOrd="0" presId="urn:microsoft.com/office/officeart/2016/7/layout/RepeatingBendingProcessNew"/>
    <dgm:cxn modelId="{EC4CB1D9-6750-4283-8F78-05CC68A5F34D}" srcId="{BF65E8CD-4AF1-4BB3-A938-3FA76CB26E25}" destId="{4CB1EDFF-9D4E-4587-AD44-22CBE5126288}" srcOrd="2" destOrd="0" parTransId="{906112E5-964E-4BB3-AAF7-896230888369}" sibTransId="{17DCE5B7-0BDD-4D37-A04A-969250CC3AA0}"/>
    <dgm:cxn modelId="{92675EF1-A30B-42A4-B390-800EDA042DC3}" type="presOf" srcId="{0DA5FDF8-A846-4CB1-AAC9-5999ECA39B91}" destId="{ADB5B2DD-2CAD-4C46-BD29-6F018688D34B}" srcOrd="0" destOrd="0" presId="urn:microsoft.com/office/officeart/2016/7/layout/RepeatingBendingProcessNew"/>
    <dgm:cxn modelId="{F972F9F1-ACAF-4458-8B29-0CD14E7C16A5}" srcId="{BF65E8CD-4AF1-4BB3-A938-3FA76CB26E25}" destId="{767334BB-03D8-48A0-B69B-E998F0ABFDCC}" srcOrd="4" destOrd="0" parTransId="{01359A1A-76BE-495F-9A80-DFA11B12C709}" sibTransId="{0DA5FDF8-A846-4CB1-AAC9-5999ECA39B91}"/>
    <dgm:cxn modelId="{30679EFA-D32A-46F8-81C2-B08605DBD775}" type="presOf" srcId="{BF65E8CD-4AF1-4BB3-A938-3FA76CB26E25}" destId="{51A8BD02-AA32-41ED-A292-352DD7E82ACD}" srcOrd="0" destOrd="0" presId="urn:microsoft.com/office/officeart/2016/7/layout/RepeatingBendingProcessNew"/>
    <dgm:cxn modelId="{BF291EDA-F4A0-45CF-8A5E-BCD7EEE509A1}" type="presParOf" srcId="{51A8BD02-AA32-41ED-A292-352DD7E82ACD}" destId="{2AF865CE-A034-4129-A736-343E13493433}" srcOrd="0" destOrd="0" presId="urn:microsoft.com/office/officeart/2016/7/layout/RepeatingBendingProcessNew"/>
    <dgm:cxn modelId="{2CAD01BE-B164-46F1-AEE2-31E80544475A}" type="presParOf" srcId="{51A8BD02-AA32-41ED-A292-352DD7E82ACD}" destId="{D1BB00DB-8F8D-4B04-A9C3-3E60D342F217}" srcOrd="1" destOrd="0" presId="urn:microsoft.com/office/officeart/2016/7/layout/RepeatingBendingProcessNew"/>
    <dgm:cxn modelId="{8921A037-518A-4580-89F0-CB6270DB5F18}" type="presParOf" srcId="{D1BB00DB-8F8D-4B04-A9C3-3E60D342F217}" destId="{AB543650-9A05-42C6-87EE-2F853814E248}" srcOrd="0" destOrd="0" presId="urn:microsoft.com/office/officeart/2016/7/layout/RepeatingBendingProcessNew"/>
    <dgm:cxn modelId="{4117DDDA-9979-400F-9CEE-4D031306A03A}" type="presParOf" srcId="{51A8BD02-AA32-41ED-A292-352DD7E82ACD}" destId="{97109DB0-D665-4682-9971-46B01A698C53}" srcOrd="2" destOrd="0" presId="urn:microsoft.com/office/officeart/2016/7/layout/RepeatingBendingProcessNew"/>
    <dgm:cxn modelId="{DB73D0BB-DABD-43AE-B353-B7B864D4014E}" type="presParOf" srcId="{51A8BD02-AA32-41ED-A292-352DD7E82ACD}" destId="{A6F4359D-E17B-4E6C-9220-929812544588}" srcOrd="3" destOrd="0" presId="urn:microsoft.com/office/officeart/2016/7/layout/RepeatingBendingProcessNew"/>
    <dgm:cxn modelId="{08ED821E-9F24-4C0A-9D28-E6679426CDAC}" type="presParOf" srcId="{A6F4359D-E17B-4E6C-9220-929812544588}" destId="{6644F566-98D2-40E5-87E7-B72E2901AA58}" srcOrd="0" destOrd="0" presId="urn:microsoft.com/office/officeart/2016/7/layout/RepeatingBendingProcessNew"/>
    <dgm:cxn modelId="{7040321C-E675-46C5-A36E-D94F3E153654}" type="presParOf" srcId="{51A8BD02-AA32-41ED-A292-352DD7E82ACD}" destId="{FCC8D9F7-1FD3-465A-BD1B-F2AF330E860F}" srcOrd="4" destOrd="0" presId="urn:microsoft.com/office/officeart/2016/7/layout/RepeatingBendingProcessNew"/>
    <dgm:cxn modelId="{7D65C788-5F57-4E06-8C48-2F4ADD529F1B}" type="presParOf" srcId="{51A8BD02-AA32-41ED-A292-352DD7E82ACD}" destId="{10960BD0-7C91-45E1-8739-A5BBB909FCFB}" srcOrd="5" destOrd="0" presId="urn:microsoft.com/office/officeart/2016/7/layout/RepeatingBendingProcessNew"/>
    <dgm:cxn modelId="{348A6B22-03E6-4D65-9EF7-A9EB17DE1D77}" type="presParOf" srcId="{10960BD0-7C91-45E1-8739-A5BBB909FCFB}" destId="{247BD0E0-2920-47BD-8254-EE8CEA7D0E5A}" srcOrd="0" destOrd="0" presId="urn:microsoft.com/office/officeart/2016/7/layout/RepeatingBendingProcessNew"/>
    <dgm:cxn modelId="{A0519D64-B7B6-4D83-BA7E-6D9BDEE73909}" type="presParOf" srcId="{51A8BD02-AA32-41ED-A292-352DD7E82ACD}" destId="{BF3AC012-4750-44F7-B1C2-6F31E2B557A0}" srcOrd="6" destOrd="0" presId="urn:microsoft.com/office/officeart/2016/7/layout/RepeatingBendingProcessNew"/>
    <dgm:cxn modelId="{7B78A69F-695D-4C3D-B304-F8F5A9F4BC90}" type="presParOf" srcId="{51A8BD02-AA32-41ED-A292-352DD7E82ACD}" destId="{3BE9D31B-FA92-4353-BF43-62C9FAA5FE8F}" srcOrd="7" destOrd="0" presId="urn:microsoft.com/office/officeart/2016/7/layout/RepeatingBendingProcessNew"/>
    <dgm:cxn modelId="{A64B20E6-9EAB-4B62-90C7-615D7CFBC8EE}" type="presParOf" srcId="{3BE9D31B-FA92-4353-BF43-62C9FAA5FE8F}" destId="{CD30684E-4C53-4B44-82B5-D3CC5159836C}" srcOrd="0" destOrd="0" presId="urn:microsoft.com/office/officeart/2016/7/layout/RepeatingBendingProcessNew"/>
    <dgm:cxn modelId="{55F086D6-8E67-4F45-9339-DA693C309B31}" type="presParOf" srcId="{51A8BD02-AA32-41ED-A292-352DD7E82ACD}" destId="{BD2C0121-3747-4AF9-8047-5E2AE0DE08D2}" srcOrd="8" destOrd="0" presId="urn:microsoft.com/office/officeart/2016/7/layout/RepeatingBendingProcessNew"/>
    <dgm:cxn modelId="{D32CD7DE-ABF5-446E-994A-2A0ACBB03C55}" type="presParOf" srcId="{51A8BD02-AA32-41ED-A292-352DD7E82ACD}" destId="{ADB5B2DD-2CAD-4C46-BD29-6F018688D34B}" srcOrd="9" destOrd="0" presId="urn:microsoft.com/office/officeart/2016/7/layout/RepeatingBendingProcessNew"/>
    <dgm:cxn modelId="{31C17764-9A09-4A48-BBAC-0F3E9B9BE17D}" type="presParOf" srcId="{ADB5B2DD-2CAD-4C46-BD29-6F018688D34B}" destId="{68455C4E-90DD-4438-BC23-4F79E40DF203}" srcOrd="0" destOrd="0" presId="urn:microsoft.com/office/officeart/2016/7/layout/RepeatingBendingProcessNew"/>
    <dgm:cxn modelId="{4AA93E55-FBCE-4743-A0F4-A9480D72E1F0}" type="presParOf" srcId="{51A8BD02-AA32-41ED-A292-352DD7E82ACD}" destId="{6C8870E2-5518-4FD7-B5F7-C6BC44389644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3471032-D459-4B9D-94AE-CCDE56B26931}" type="doc">
      <dgm:prSet loTypeId="urn:microsoft.com/office/officeart/2018/2/layout/IconCircle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A54871E-19CA-4BCD-A539-61E4F86702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Exploratory Data Analysis</a:t>
          </a:r>
          <a:endParaRPr lang="en-US" sz="2000"/>
        </a:p>
      </dgm:t>
    </dgm:pt>
    <dgm:pt modelId="{2E698F69-4FD9-4BBF-AE61-2067468BE7FE}" type="parTrans" cxnId="{C93C0D44-86A7-47D5-98E4-C9D46E00A68E}">
      <dgm:prSet/>
      <dgm:spPr/>
      <dgm:t>
        <a:bodyPr/>
        <a:lstStyle/>
        <a:p>
          <a:endParaRPr lang="en-US" sz="2000"/>
        </a:p>
      </dgm:t>
    </dgm:pt>
    <dgm:pt modelId="{12A16542-AF83-40D1-B7F2-B67C85BF7A84}" type="sibTrans" cxnId="{C93C0D44-86A7-47D5-98E4-C9D46E00A68E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C48B4426-5B4B-4586-A1F9-D28006A80A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Ratings follow a near-normal distribution (3.0–4.5).</a:t>
          </a:r>
        </a:p>
      </dgm:t>
    </dgm:pt>
    <dgm:pt modelId="{0167F2EB-2C4C-4EAB-8C41-5F0D95759CEB}" type="parTrans" cxnId="{67CC7DEB-A21F-4F43-B5C3-50C9B80CAB04}">
      <dgm:prSet/>
      <dgm:spPr/>
      <dgm:t>
        <a:bodyPr/>
        <a:lstStyle/>
        <a:p>
          <a:endParaRPr lang="en-US" sz="2000"/>
        </a:p>
      </dgm:t>
    </dgm:pt>
    <dgm:pt modelId="{B1EED1ED-BC9C-4ABF-8F92-7CDE057E5D38}" type="sibTrans" cxnId="{67CC7DEB-A21F-4F43-B5C3-50C9B80CAB0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1A64D9BD-4D9D-48D4-ACED-3085882A03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Delhi NCR has the highest number of restaurants.</a:t>
          </a:r>
        </a:p>
      </dgm:t>
    </dgm:pt>
    <dgm:pt modelId="{EEBB0222-FE3B-4599-82D7-369F7914628F}" type="parTrans" cxnId="{7C87BE42-2537-4A8B-A3E4-0A5E6D8BBFD8}">
      <dgm:prSet/>
      <dgm:spPr/>
      <dgm:t>
        <a:bodyPr/>
        <a:lstStyle/>
        <a:p>
          <a:endParaRPr lang="en-US" sz="2000"/>
        </a:p>
      </dgm:t>
    </dgm:pt>
    <dgm:pt modelId="{CEFC6127-A6DE-4A5B-9F38-2B32F27155CB}" type="sibTrans" cxnId="{7C87BE42-2537-4A8B-A3E4-0A5E6D8BBFD8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D17C46D5-6A7F-4EF9-887B-F216056336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Popular cuisines: North Indian, Chinese, Fast Food.</a:t>
          </a:r>
        </a:p>
      </dgm:t>
    </dgm:pt>
    <dgm:pt modelId="{9B984C65-CAD0-4058-A8D4-6B535069F597}" type="parTrans" cxnId="{F15D6606-9226-4161-BD90-547580D6F141}">
      <dgm:prSet/>
      <dgm:spPr/>
      <dgm:t>
        <a:bodyPr/>
        <a:lstStyle/>
        <a:p>
          <a:endParaRPr lang="en-US" sz="2000"/>
        </a:p>
      </dgm:t>
    </dgm:pt>
    <dgm:pt modelId="{B402FDE7-B21F-469F-A17B-EE80830F7FB6}" type="sibTrans" cxnId="{F15D6606-9226-4161-BD90-547580D6F141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059BB68B-9CCC-4D94-BCB6-6D88D683767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Votes show strong positive correlation with ratings.</a:t>
          </a:r>
        </a:p>
      </dgm:t>
    </dgm:pt>
    <dgm:pt modelId="{E034D905-7731-45ED-B656-CDA6A622352D}" type="parTrans" cxnId="{2F7236C2-30B4-4072-9F30-91C6A545AA2A}">
      <dgm:prSet/>
      <dgm:spPr/>
      <dgm:t>
        <a:bodyPr/>
        <a:lstStyle/>
        <a:p>
          <a:endParaRPr lang="en-US" sz="2000"/>
        </a:p>
      </dgm:t>
    </dgm:pt>
    <dgm:pt modelId="{D80D0DDA-6E6E-4AC2-8FF9-41A9E88E4C31}" type="sibTrans" cxnId="{2F7236C2-30B4-4072-9F30-91C6A545AA2A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26D82EA7-B607-490F-BC07-589BD64FD52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Online delivery and table booking improve rating averages.</a:t>
          </a:r>
        </a:p>
      </dgm:t>
    </dgm:pt>
    <dgm:pt modelId="{205F05D4-F9B4-4F6A-A5FB-C5827605D911}" type="parTrans" cxnId="{6E6EB70D-07A7-475A-B10F-2ABFD5A9A9D5}">
      <dgm:prSet/>
      <dgm:spPr/>
      <dgm:t>
        <a:bodyPr/>
        <a:lstStyle/>
        <a:p>
          <a:endParaRPr lang="en-US" sz="2000"/>
        </a:p>
      </dgm:t>
    </dgm:pt>
    <dgm:pt modelId="{D7DCA254-7C7B-4604-B8B2-8E76C92CE51C}" type="sibTrans" cxnId="{6E6EB70D-07A7-475A-B10F-2ABFD5A9A9D5}">
      <dgm:prSet/>
      <dgm:spPr/>
      <dgm:t>
        <a:bodyPr/>
        <a:lstStyle/>
        <a:p>
          <a:endParaRPr lang="en-US" sz="2000"/>
        </a:p>
      </dgm:t>
    </dgm:pt>
    <dgm:pt modelId="{01DAA743-AB44-4C23-AE8C-C58CEE31E225}" type="pres">
      <dgm:prSet presAssocID="{A3471032-D459-4B9D-94AE-CCDE56B26931}" presName="root" presStyleCnt="0">
        <dgm:presLayoutVars>
          <dgm:dir/>
          <dgm:resizeHandles val="exact"/>
        </dgm:presLayoutVars>
      </dgm:prSet>
      <dgm:spPr/>
    </dgm:pt>
    <dgm:pt modelId="{6712158C-713B-4249-A52E-B1B86CD0B8A2}" type="pres">
      <dgm:prSet presAssocID="{A3471032-D459-4B9D-94AE-CCDE56B26931}" presName="container" presStyleCnt="0">
        <dgm:presLayoutVars>
          <dgm:dir/>
          <dgm:resizeHandles val="exact"/>
        </dgm:presLayoutVars>
      </dgm:prSet>
      <dgm:spPr/>
    </dgm:pt>
    <dgm:pt modelId="{65B82E78-6D54-438E-A3AB-BB116A88E1D8}" type="pres">
      <dgm:prSet presAssocID="{DA54871E-19CA-4BCD-A539-61E4F8670279}" presName="compNode" presStyleCnt="0"/>
      <dgm:spPr/>
    </dgm:pt>
    <dgm:pt modelId="{DFFD50C4-61C7-4BCB-B35E-F6DB6D44AA70}" type="pres">
      <dgm:prSet presAssocID="{DA54871E-19CA-4BCD-A539-61E4F8670279}" presName="iconBgRect" presStyleLbl="bgShp" presStyleIdx="0" presStyleCnt="6"/>
      <dgm:spPr/>
    </dgm:pt>
    <dgm:pt modelId="{E632B6A2-EC8F-4401-B261-FFEFEA5A1F14}" type="pres">
      <dgm:prSet presAssocID="{DA54871E-19CA-4BCD-A539-61E4F8670279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42DD2F7-C442-41FA-9E6E-B99EB70520B0}" type="pres">
      <dgm:prSet presAssocID="{DA54871E-19CA-4BCD-A539-61E4F8670279}" presName="spaceRect" presStyleCnt="0"/>
      <dgm:spPr/>
    </dgm:pt>
    <dgm:pt modelId="{FB129AA2-A5E3-4E2A-848D-4060103B572A}" type="pres">
      <dgm:prSet presAssocID="{DA54871E-19CA-4BCD-A539-61E4F8670279}" presName="textRect" presStyleLbl="revTx" presStyleIdx="0" presStyleCnt="6">
        <dgm:presLayoutVars>
          <dgm:chMax val="1"/>
          <dgm:chPref val="1"/>
        </dgm:presLayoutVars>
      </dgm:prSet>
      <dgm:spPr/>
    </dgm:pt>
    <dgm:pt modelId="{9EEE3B93-3C4C-468D-9A57-2DD902FEF9C2}" type="pres">
      <dgm:prSet presAssocID="{12A16542-AF83-40D1-B7F2-B67C85BF7A84}" presName="sibTrans" presStyleLbl="sibTrans2D1" presStyleIdx="0" presStyleCnt="0"/>
      <dgm:spPr/>
    </dgm:pt>
    <dgm:pt modelId="{AFC7BF69-9254-469C-902F-C28859E3FBC9}" type="pres">
      <dgm:prSet presAssocID="{C48B4426-5B4B-4586-A1F9-D28006A80AE1}" presName="compNode" presStyleCnt="0"/>
      <dgm:spPr/>
    </dgm:pt>
    <dgm:pt modelId="{54ED7153-3B90-4238-B80C-1F7B34F47AEA}" type="pres">
      <dgm:prSet presAssocID="{C48B4426-5B4B-4586-A1F9-D28006A80AE1}" presName="iconBgRect" presStyleLbl="bgShp" presStyleIdx="1" presStyleCnt="6"/>
      <dgm:spPr/>
    </dgm:pt>
    <dgm:pt modelId="{93B09943-DE9E-4B64-8420-9F165FDA6E0C}" type="pres">
      <dgm:prSet presAssocID="{C48B4426-5B4B-4586-A1F9-D28006A80AE1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2E2F7EF0-3DEA-442C-A92C-53515F705FD5}" type="pres">
      <dgm:prSet presAssocID="{C48B4426-5B4B-4586-A1F9-D28006A80AE1}" presName="spaceRect" presStyleCnt="0"/>
      <dgm:spPr/>
    </dgm:pt>
    <dgm:pt modelId="{80339055-7228-46DB-8560-C50EC336F3E9}" type="pres">
      <dgm:prSet presAssocID="{C48B4426-5B4B-4586-A1F9-D28006A80AE1}" presName="textRect" presStyleLbl="revTx" presStyleIdx="1" presStyleCnt="6">
        <dgm:presLayoutVars>
          <dgm:chMax val="1"/>
          <dgm:chPref val="1"/>
        </dgm:presLayoutVars>
      </dgm:prSet>
      <dgm:spPr/>
    </dgm:pt>
    <dgm:pt modelId="{702FFEF0-5D21-4C55-AB03-0556CB01F311}" type="pres">
      <dgm:prSet presAssocID="{B1EED1ED-BC9C-4ABF-8F92-7CDE057E5D38}" presName="sibTrans" presStyleLbl="sibTrans2D1" presStyleIdx="0" presStyleCnt="0"/>
      <dgm:spPr/>
    </dgm:pt>
    <dgm:pt modelId="{42D22DEA-3000-464C-B525-9A029076B169}" type="pres">
      <dgm:prSet presAssocID="{1A64D9BD-4D9D-48D4-ACED-3085882A0396}" presName="compNode" presStyleCnt="0"/>
      <dgm:spPr/>
    </dgm:pt>
    <dgm:pt modelId="{98209CC9-6E13-47E0-953E-C43ACF19B11A}" type="pres">
      <dgm:prSet presAssocID="{1A64D9BD-4D9D-48D4-ACED-3085882A0396}" presName="iconBgRect" presStyleLbl="bgShp" presStyleIdx="2" presStyleCnt="6"/>
      <dgm:spPr/>
    </dgm:pt>
    <dgm:pt modelId="{D374F662-6BF3-4708-A7E9-FF75C5FA01DD}" type="pres">
      <dgm:prSet presAssocID="{1A64D9BD-4D9D-48D4-ACED-3085882A0396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iter"/>
        </a:ext>
      </dgm:extLst>
    </dgm:pt>
    <dgm:pt modelId="{FA3B2CA7-2FF8-4590-ABAF-1CE95F65A055}" type="pres">
      <dgm:prSet presAssocID="{1A64D9BD-4D9D-48D4-ACED-3085882A0396}" presName="spaceRect" presStyleCnt="0"/>
      <dgm:spPr/>
    </dgm:pt>
    <dgm:pt modelId="{5BBEEE66-5287-4B5E-ACD4-18B01969F466}" type="pres">
      <dgm:prSet presAssocID="{1A64D9BD-4D9D-48D4-ACED-3085882A0396}" presName="textRect" presStyleLbl="revTx" presStyleIdx="2" presStyleCnt="6">
        <dgm:presLayoutVars>
          <dgm:chMax val="1"/>
          <dgm:chPref val="1"/>
        </dgm:presLayoutVars>
      </dgm:prSet>
      <dgm:spPr/>
    </dgm:pt>
    <dgm:pt modelId="{7A8871E9-83D2-4295-B2C5-DFCF9921547B}" type="pres">
      <dgm:prSet presAssocID="{CEFC6127-A6DE-4A5B-9F38-2B32F27155CB}" presName="sibTrans" presStyleLbl="sibTrans2D1" presStyleIdx="0" presStyleCnt="0"/>
      <dgm:spPr/>
    </dgm:pt>
    <dgm:pt modelId="{F1738375-93E4-4F95-88E7-6140E25777DE}" type="pres">
      <dgm:prSet presAssocID="{D17C46D5-6A7F-4EF9-887B-F216056336F6}" presName="compNode" presStyleCnt="0"/>
      <dgm:spPr/>
    </dgm:pt>
    <dgm:pt modelId="{87EA3EC9-90DD-4434-8063-FC9290F282E8}" type="pres">
      <dgm:prSet presAssocID="{D17C46D5-6A7F-4EF9-887B-F216056336F6}" presName="iconBgRect" presStyleLbl="bgShp" presStyleIdx="3" presStyleCnt="6"/>
      <dgm:spPr/>
    </dgm:pt>
    <dgm:pt modelId="{41A290BE-0E1F-4C58-84A3-B04768E005AE}" type="pres">
      <dgm:prSet presAssocID="{D17C46D5-6A7F-4EF9-887B-F216056336F6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1B6EE894-0BF1-48D0-B5F1-2A4822E9B0E8}" type="pres">
      <dgm:prSet presAssocID="{D17C46D5-6A7F-4EF9-887B-F216056336F6}" presName="spaceRect" presStyleCnt="0"/>
      <dgm:spPr/>
    </dgm:pt>
    <dgm:pt modelId="{5809504C-CEB3-4D2B-8284-709D79E1E477}" type="pres">
      <dgm:prSet presAssocID="{D17C46D5-6A7F-4EF9-887B-F216056336F6}" presName="textRect" presStyleLbl="revTx" presStyleIdx="3" presStyleCnt="6">
        <dgm:presLayoutVars>
          <dgm:chMax val="1"/>
          <dgm:chPref val="1"/>
        </dgm:presLayoutVars>
      </dgm:prSet>
      <dgm:spPr/>
    </dgm:pt>
    <dgm:pt modelId="{DE4C0413-B044-4B6A-BC16-DD7C42DB3605}" type="pres">
      <dgm:prSet presAssocID="{B402FDE7-B21F-469F-A17B-EE80830F7FB6}" presName="sibTrans" presStyleLbl="sibTrans2D1" presStyleIdx="0" presStyleCnt="0"/>
      <dgm:spPr/>
    </dgm:pt>
    <dgm:pt modelId="{6D31A67D-E719-4CFA-915C-6A672464D67F}" type="pres">
      <dgm:prSet presAssocID="{059BB68B-9CCC-4D94-BCB6-6D88D683767F}" presName="compNode" presStyleCnt="0"/>
      <dgm:spPr/>
    </dgm:pt>
    <dgm:pt modelId="{1A6D3750-F5A2-4972-BB7D-6B723B78CB53}" type="pres">
      <dgm:prSet presAssocID="{059BB68B-9CCC-4D94-BCB6-6D88D683767F}" presName="iconBgRect" presStyleLbl="bgShp" presStyleIdx="4" presStyleCnt="6"/>
      <dgm:spPr/>
    </dgm:pt>
    <dgm:pt modelId="{57BA60F6-2AF9-4450-B93F-E66081BF5E93}" type="pres">
      <dgm:prSet presAssocID="{059BB68B-9CCC-4D94-BCB6-6D88D683767F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8E5271F-72BE-4D1E-999D-C67263FB757B}" type="pres">
      <dgm:prSet presAssocID="{059BB68B-9CCC-4D94-BCB6-6D88D683767F}" presName="spaceRect" presStyleCnt="0"/>
      <dgm:spPr/>
    </dgm:pt>
    <dgm:pt modelId="{64A2E325-3D7C-4B10-BCF3-10598241A1B9}" type="pres">
      <dgm:prSet presAssocID="{059BB68B-9CCC-4D94-BCB6-6D88D683767F}" presName="textRect" presStyleLbl="revTx" presStyleIdx="4" presStyleCnt="6">
        <dgm:presLayoutVars>
          <dgm:chMax val="1"/>
          <dgm:chPref val="1"/>
        </dgm:presLayoutVars>
      </dgm:prSet>
      <dgm:spPr/>
    </dgm:pt>
    <dgm:pt modelId="{FF33AA93-EFB6-44E7-AE84-D01686384EF1}" type="pres">
      <dgm:prSet presAssocID="{D80D0DDA-6E6E-4AC2-8FF9-41A9E88E4C31}" presName="sibTrans" presStyleLbl="sibTrans2D1" presStyleIdx="0" presStyleCnt="0"/>
      <dgm:spPr/>
    </dgm:pt>
    <dgm:pt modelId="{D72FB830-1CD5-44F5-897F-B4F5B73A494A}" type="pres">
      <dgm:prSet presAssocID="{26D82EA7-B607-490F-BC07-589BD64FD527}" presName="compNode" presStyleCnt="0"/>
      <dgm:spPr/>
    </dgm:pt>
    <dgm:pt modelId="{02448D66-1BB6-4533-9373-DDB2712F0589}" type="pres">
      <dgm:prSet presAssocID="{26D82EA7-B607-490F-BC07-589BD64FD527}" presName="iconBgRect" presStyleLbl="bgShp" presStyleIdx="5" presStyleCnt="6"/>
      <dgm:spPr/>
    </dgm:pt>
    <dgm:pt modelId="{2F69BC98-9B4D-43F4-9E05-4DF742E0683D}" type="pres">
      <dgm:prSet presAssocID="{26D82EA7-B607-490F-BC07-589BD64FD527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544CF7A-A6D9-4B19-BDCE-8088739BEB49}" type="pres">
      <dgm:prSet presAssocID="{26D82EA7-B607-490F-BC07-589BD64FD527}" presName="spaceRect" presStyleCnt="0"/>
      <dgm:spPr/>
    </dgm:pt>
    <dgm:pt modelId="{AE51439A-D521-4937-BBBE-FDA0CAB00C8A}" type="pres">
      <dgm:prSet presAssocID="{26D82EA7-B607-490F-BC07-589BD64FD52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15D6606-9226-4161-BD90-547580D6F141}" srcId="{A3471032-D459-4B9D-94AE-CCDE56B26931}" destId="{D17C46D5-6A7F-4EF9-887B-F216056336F6}" srcOrd="3" destOrd="0" parTransId="{9B984C65-CAD0-4058-A8D4-6B535069F597}" sibTransId="{B402FDE7-B21F-469F-A17B-EE80830F7FB6}"/>
    <dgm:cxn modelId="{6E6EB70D-07A7-475A-B10F-2ABFD5A9A9D5}" srcId="{A3471032-D459-4B9D-94AE-CCDE56B26931}" destId="{26D82EA7-B607-490F-BC07-589BD64FD527}" srcOrd="5" destOrd="0" parTransId="{205F05D4-F9B4-4F6A-A5FB-C5827605D911}" sibTransId="{D7DCA254-7C7B-4604-B8B2-8E76C92CE51C}"/>
    <dgm:cxn modelId="{1E98842C-98D5-43C2-9142-4B13446BCAF4}" type="presOf" srcId="{C48B4426-5B4B-4586-A1F9-D28006A80AE1}" destId="{80339055-7228-46DB-8560-C50EC336F3E9}" srcOrd="0" destOrd="0" presId="urn:microsoft.com/office/officeart/2018/2/layout/IconCircleList"/>
    <dgm:cxn modelId="{374AFA31-4057-40E7-B4AA-1F9095FF5FA9}" type="presOf" srcId="{059BB68B-9CCC-4D94-BCB6-6D88D683767F}" destId="{64A2E325-3D7C-4B10-BCF3-10598241A1B9}" srcOrd="0" destOrd="0" presId="urn:microsoft.com/office/officeart/2018/2/layout/IconCircleList"/>
    <dgm:cxn modelId="{7C87BE42-2537-4A8B-A3E4-0A5E6D8BBFD8}" srcId="{A3471032-D459-4B9D-94AE-CCDE56B26931}" destId="{1A64D9BD-4D9D-48D4-ACED-3085882A0396}" srcOrd="2" destOrd="0" parTransId="{EEBB0222-FE3B-4599-82D7-369F7914628F}" sibTransId="{CEFC6127-A6DE-4A5B-9F38-2B32F27155CB}"/>
    <dgm:cxn modelId="{C93C0D44-86A7-47D5-98E4-C9D46E00A68E}" srcId="{A3471032-D459-4B9D-94AE-CCDE56B26931}" destId="{DA54871E-19CA-4BCD-A539-61E4F8670279}" srcOrd="0" destOrd="0" parTransId="{2E698F69-4FD9-4BBF-AE61-2067468BE7FE}" sibTransId="{12A16542-AF83-40D1-B7F2-B67C85BF7A84}"/>
    <dgm:cxn modelId="{DF5CC849-AB4C-4E82-ABD3-71C7E9B7DC6F}" type="presOf" srcId="{12A16542-AF83-40D1-B7F2-B67C85BF7A84}" destId="{9EEE3B93-3C4C-468D-9A57-2DD902FEF9C2}" srcOrd="0" destOrd="0" presId="urn:microsoft.com/office/officeart/2018/2/layout/IconCircleList"/>
    <dgm:cxn modelId="{6D152E54-8F4B-4509-B30B-9690BB11A57F}" type="presOf" srcId="{DA54871E-19CA-4BCD-A539-61E4F8670279}" destId="{FB129AA2-A5E3-4E2A-848D-4060103B572A}" srcOrd="0" destOrd="0" presId="urn:microsoft.com/office/officeart/2018/2/layout/IconCircleList"/>
    <dgm:cxn modelId="{2A91097E-8D27-4616-9891-88745F54F580}" type="presOf" srcId="{B1EED1ED-BC9C-4ABF-8F92-7CDE057E5D38}" destId="{702FFEF0-5D21-4C55-AB03-0556CB01F311}" srcOrd="0" destOrd="0" presId="urn:microsoft.com/office/officeart/2018/2/layout/IconCircleList"/>
    <dgm:cxn modelId="{BE39568C-68BB-4D00-ABAD-DF1FAB8DE820}" type="presOf" srcId="{26D82EA7-B607-490F-BC07-589BD64FD527}" destId="{AE51439A-D521-4937-BBBE-FDA0CAB00C8A}" srcOrd="0" destOrd="0" presId="urn:microsoft.com/office/officeart/2018/2/layout/IconCircleList"/>
    <dgm:cxn modelId="{96592699-8850-4B45-865B-CC51F27CBC4F}" type="presOf" srcId="{D17C46D5-6A7F-4EF9-887B-F216056336F6}" destId="{5809504C-CEB3-4D2B-8284-709D79E1E477}" srcOrd="0" destOrd="0" presId="urn:microsoft.com/office/officeart/2018/2/layout/IconCircleList"/>
    <dgm:cxn modelId="{3FFA6AB7-7B95-4249-BFD2-1DC00995D034}" type="presOf" srcId="{A3471032-D459-4B9D-94AE-CCDE56B26931}" destId="{01DAA743-AB44-4C23-AE8C-C58CEE31E225}" srcOrd="0" destOrd="0" presId="urn:microsoft.com/office/officeart/2018/2/layout/IconCircleList"/>
    <dgm:cxn modelId="{5103CEB9-A193-48F3-AE14-62B6FA4939BE}" type="presOf" srcId="{B402FDE7-B21F-469F-A17B-EE80830F7FB6}" destId="{DE4C0413-B044-4B6A-BC16-DD7C42DB3605}" srcOrd="0" destOrd="0" presId="urn:microsoft.com/office/officeart/2018/2/layout/IconCircleList"/>
    <dgm:cxn modelId="{2F7236C2-30B4-4072-9F30-91C6A545AA2A}" srcId="{A3471032-D459-4B9D-94AE-CCDE56B26931}" destId="{059BB68B-9CCC-4D94-BCB6-6D88D683767F}" srcOrd="4" destOrd="0" parTransId="{E034D905-7731-45ED-B656-CDA6A622352D}" sibTransId="{D80D0DDA-6E6E-4AC2-8FF9-41A9E88E4C31}"/>
    <dgm:cxn modelId="{639236E2-EF12-4D7D-903A-2B35302C5080}" type="presOf" srcId="{D80D0DDA-6E6E-4AC2-8FF9-41A9E88E4C31}" destId="{FF33AA93-EFB6-44E7-AE84-D01686384EF1}" srcOrd="0" destOrd="0" presId="urn:microsoft.com/office/officeart/2018/2/layout/IconCircleList"/>
    <dgm:cxn modelId="{67CC7DEB-A21F-4F43-B5C3-50C9B80CAB04}" srcId="{A3471032-D459-4B9D-94AE-CCDE56B26931}" destId="{C48B4426-5B4B-4586-A1F9-D28006A80AE1}" srcOrd="1" destOrd="0" parTransId="{0167F2EB-2C4C-4EAB-8C41-5F0D95759CEB}" sibTransId="{B1EED1ED-BC9C-4ABF-8F92-7CDE057E5D38}"/>
    <dgm:cxn modelId="{D7A231F2-334A-42F3-A33E-544A067DEDA6}" type="presOf" srcId="{CEFC6127-A6DE-4A5B-9F38-2B32F27155CB}" destId="{7A8871E9-83D2-4295-B2C5-DFCF9921547B}" srcOrd="0" destOrd="0" presId="urn:microsoft.com/office/officeart/2018/2/layout/IconCircleList"/>
    <dgm:cxn modelId="{5823ACFC-FF30-4D34-9401-A3C963DBF8C2}" type="presOf" srcId="{1A64D9BD-4D9D-48D4-ACED-3085882A0396}" destId="{5BBEEE66-5287-4B5E-ACD4-18B01969F466}" srcOrd="0" destOrd="0" presId="urn:microsoft.com/office/officeart/2018/2/layout/IconCircleList"/>
    <dgm:cxn modelId="{9D3F25DF-3039-4BD6-AAF7-7CC9492F0E5D}" type="presParOf" srcId="{01DAA743-AB44-4C23-AE8C-C58CEE31E225}" destId="{6712158C-713B-4249-A52E-B1B86CD0B8A2}" srcOrd="0" destOrd="0" presId="urn:microsoft.com/office/officeart/2018/2/layout/IconCircleList"/>
    <dgm:cxn modelId="{8D0F18D9-AE0A-472A-B3E6-83370CAA6CAA}" type="presParOf" srcId="{6712158C-713B-4249-A52E-B1B86CD0B8A2}" destId="{65B82E78-6D54-438E-A3AB-BB116A88E1D8}" srcOrd="0" destOrd="0" presId="urn:microsoft.com/office/officeart/2018/2/layout/IconCircleList"/>
    <dgm:cxn modelId="{12EB1CFE-AD36-4F08-AF8D-EAFE96C84D39}" type="presParOf" srcId="{65B82E78-6D54-438E-A3AB-BB116A88E1D8}" destId="{DFFD50C4-61C7-4BCB-B35E-F6DB6D44AA70}" srcOrd="0" destOrd="0" presId="urn:microsoft.com/office/officeart/2018/2/layout/IconCircleList"/>
    <dgm:cxn modelId="{4692A75E-5999-456C-83A8-4EF00A6D2F92}" type="presParOf" srcId="{65B82E78-6D54-438E-A3AB-BB116A88E1D8}" destId="{E632B6A2-EC8F-4401-B261-FFEFEA5A1F14}" srcOrd="1" destOrd="0" presId="urn:microsoft.com/office/officeart/2018/2/layout/IconCircleList"/>
    <dgm:cxn modelId="{F3368706-4557-4B5E-BF00-2247F8D7BD57}" type="presParOf" srcId="{65B82E78-6D54-438E-A3AB-BB116A88E1D8}" destId="{942DD2F7-C442-41FA-9E6E-B99EB70520B0}" srcOrd="2" destOrd="0" presId="urn:microsoft.com/office/officeart/2018/2/layout/IconCircleList"/>
    <dgm:cxn modelId="{5CB4C32F-38CA-4345-B855-AAB3F07C3B9B}" type="presParOf" srcId="{65B82E78-6D54-438E-A3AB-BB116A88E1D8}" destId="{FB129AA2-A5E3-4E2A-848D-4060103B572A}" srcOrd="3" destOrd="0" presId="urn:microsoft.com/office/officeart/2018/2/layout/IconCircleList"/>
    <dgm:cxn modelId="{CAAB0509-BD07-42B1-A5FF-BC55A92700BA}" type="presParOf" srcId="{6712158C-713B-4249-A52E-B1B86CD0B8A2}" destId="{9EEE3B93-3C4C-468D-9A57-2DD902FEF9C2}" srcOrd="1" destOrd="0" presId="urn:microsoft.com/office/officeart/2018/2/layout/IconCircleList"/>
    <dgm:cxn modelId="{0C644354-F1BB-4F59-B456-EF997220EE73}" type="presParOf" srcId="{6712158C-713B-4249-A52E-B1B86CD0B8A2}" destId="{AFC7BF69-9254-469C-902F-C28859E3FBC9}" srcOrd="2" destOrd="0" presId="urn:microsoft.com/office/officeart/2018/2/layout/IconCircleList"/>
    <dgm:cxn modelId="{FFC74AD5-2C96-446F-9AC9-C0BA625BC535}" type="presParOf" srcId="{AFC7BF69-9254-469C-902F-C28859E3FBC9}" destId="{54ED7153-3B90-4238-B80C-1F7B34F47AEA}" srcOrd="0" destOrd="0" presId="urn:microsoft.com/office/officeart/2018/2/layout/IconCircleList"/>
    <dgm:cxn modelId="{DD937AAD-6FC3-44E6-B79F-23B8927EF160}" type="presParOf" srcId="{AFC7BF69-9254-469C-902F-C28859E3FBC9}" destId="{93B09943-DE9E-4B64-8420-9F165FDA6E0C}" srcOrd="1" destOrd="0" presId="urn:microsoft.com/office/officeart/2018/2/layout/IconCircleList"/>
    <dgm:cxn modelId="{1E1DBDD9-BDC8-4CB8-A7A5-E745E5480793}" type="presParOf" srcId="{AFC7BF69-9254-469C-902F-C28859E3FBC9}" destId="{2E2F7EF0-3DEA-442C-A92C-53515F705FD5}" srcOrd="2" destOrd="0" presId="urn:microsoft.com/office/officeart/2018/2/layout/IconCircleList"/>
    <dgm:cxn modelId="{FA89E37C-3845-4CB9-B7F6-3FFC6E4D6B7E}" type="presParOf" srcId="{AFC7BF69-9254-469C-902F-C28859E3FBC9}" destId="{80339055-7228-46DB-8560-C50EC336F3E9}" srcOrd="3" destOrd="0" presId="urn:microsoft.com/office/officeart/2018/2/layout/IconCircleList"/>
    <dgm:cxn modelId="{292D30E2-03E8-44F5-81F4-89BDEFAADCB4}" type="presParOf" srcId="{6712158C-713B-4249-A52E-B1B86CD0B8A2}" destId="{702FFEF0-5D21-4C55-AB03-0556CB01F311}" srcOrd="3" destOrd="0" presId="urn:microsoft.com/office/officeart/2018/2/layout/IconCircleList"/>
    <dgm:cxn modelId="{4AB3A9A1-2F49-49EF-A7AA-8482AB4A5F15}" type="presParOf" srcId="{6712158C-713B-4249-A52E-B1B86CD0B8A2}" destId="{42D22DEA-3000-464C-B525-9A029076B169}" srcOrd="4" destOrd="0" presId="urn:microsoft.com/office/officeart/2018/2/layout/IconCircleList"/>
    <dgm:cxn modelId="{B6966519-E7E4-4409-B74C-BAFA3D52697B}" type="presParOf" srcId="{42D22DEA-3000-464C-B525-9A029076B169}" destId="{98209CC9-6E13-47E0-953E-C43ACF19B11A}" srcOrd="0" destOrd="0" presId="urn:microsoft.com/office/officeart/2018/2/layout/IconCircleList"/>
    <dgm:cxn modelId="{DAD0E785-D018-4D6B-ACF4-360248CB5270}" type="presParOf" srcId="{42D22DEA-3000-464C-B525-9A029076B169}" destId="{D374F662-6BF3-4708-A7E9-FF75C5FA01DD}" srcOrd="1" destOrd="0" presId="urn:microsoft.com/office/officeart/2018/2/layout/IconCircleList"/>
    <dgm:cxn modelId="{1572186D-6E6F-43A6-B3C0-41D3A82D68A2}" type="presParOf" srcId="{42D22DEA-3000-464C-B525-9A029076B169}" destId="{FA3B2CA7-2FF8-4590-ABAF-1CE95F65A055}" srcOrd="2" destOrd="0" presId="urn:microsoft.com/office/officeart/2018/2/layout/IconCircleList"/>
    <dgm:cxn modelId="{2D0FE753-7656-4B88-80A8-A007B422C44F}" type="presParOf" srcId="{42D22DEA-3000-464C-B525-9A029076B169}" destId="{5BBEEE66-5287-4B5E-ACD4-18B01969F466}" srcOrd="3" destOrd="0" presId="urn:microsoft.com/office/officeart/2018/2/layout/IconCircleList"/>
    <dgm:cxn modelId="{1F661104-82E5-41F4-ABA0-7D1686F84C13}" type="presParOf" srcId="{6712158C-713B-4249-A52E-B1B86CD0B8A2}" destId="{7A8871E9-83D2-4295-B2C5-DFCF9921547B}" srcOrd="5" destOrd="0" presId="urn:microsoft.com/office/officeart/2018/2/layout/IconCircleList"/>
    <dgm:cxn modelId="{8C21DEF7-C3F5-42EF-954D-D97F03DF5EFA}" type="presParOf" srcId="{6712158C-713B-4249-A52E-B1B86CD0B8A2}" destId="{F1738375-93E4-4F95-88E7-6140E25777DE}" srcOrd="6" destOrd="0" presId="urn:microsoft.com/office/officeart/2018/2/layout/IconCircleList"/>
    <dgm:cxn modelId="{A828DAFC-1D24-43C9-A4F2-057D9B4C66EB}" type="presParOf" srcId="{F1738375-93E4-4F95-88E7-6140E25777DE}" destId="{87EA3EC9-90DD-4434-8063-FC9290F282E8}" srcOrd="0" destOrd="0" presId="urn:microsoft.com/office/officeart/2018/2/layout/IconCircleList"/>
    <dgm:cxn modelId="{D54C00C2-EF87-4412-9E9A-94145F5C15BB}" type="presParOf" srcId="{F1738375-93E4-4F95-88E7-6140E25777DE}" destId="{41A290BE-0E1F-4C58-84A3-B04768E005AE}" srcOrd="1" destOrd="0" presId="urn:microsoft.com/office/officeart/2018/2/layout/IconCircleList"/>
    <dgm:cxn modelId="{A7B34659-7880-422E-ACAA-DB7858785E58}" type="presParOf" srcId="{F1738375-93E4-4F95-88E7-6140E25777DE}" destId="{1B6EE894-0BF1-48D0-B5F1-2A4822E9B0E8}" srcOrd="2" destOrd="0" presId="urn:microsoft.com/office/officeart/2018/2/layout/IconCircleList"/>
    <dgm:cxn modelId="{4E312B3B-A9F8-492A-B716-4B92BA1A9C55}" type="presParOf" srcId="{F1738375-93E4-4F95-88E7-6140E25777DE}" destId="{5809504C-CEB3-4D2B-8284-709D79E1E477}" srcOrd="3" destOrd="0" presId="urn:microsoft.com/office/officeart/2018/2/layout/IconCircleList"/>
    <dgm:cxn modelId="{E6E8156B-7CFB-47CD-B854-591E67F8C8A5}" type="presParOf" srcId="{6712158C-713B-4249-A52E-B1B86CD0B8A2}" destId="{DE4C0413-B044-4B6A-BC16-DD7C42DB3605}" srcOrd="7" destOrd="0" presId="urn:microsoft.com/office/officeart/2018/2/layout/IconCircleList"/>
    <dgm:cxn modelId="{C91BA460-0218-418C-AE0B-04FAC230E423}" type="presParOf" srcId="{6712158C-713B-4249-A52E-B1B86CD0B8A2}" destId="{6D31A67D-E719-4CFA-915C-6A672464D67F}" srcOrd="8" destOrd="0" presId="urn:microsoft.com/office/officeart/2018/2/layout/IconCircleList"/>
    <dgm:cxn modelId="{9883BBB2-A642-42AE-84C3-51485FF5ABC1}" type="presParOf" srcId="{6D31A67D-E719-4CFA-915C-6A672464D67F}" destId="{1A6D3750-F5A2-4972-BB7D-6B723B78CB53}" srcOrd="0" destOrd="0" presId="urn:microsoft.com/office/officeart/2018/2/layout/IconCircleList"/>
    <dgm:cxn modelId="{1CEA27DC-5632-4194-96A8-9BFF099738B4}" type="presParOf" srcId="{6D31A67D-E719-4CFA-915C-6A672464D67F}" destId="{57BA60F6-2AF9-4450-B93F-E66081BF5E93}" srcOrd="1" destOrd="0" presId="urn:microsoft.com/office/officeart/2018/2/layout/IconCircleList"/>
    <dgm:cxn modelId="{69B576A2-4D93-4D4B-BB9A-6D47BD45063D}" type="presParOf" srcId="{6D31A67D-E719-4CFA-915C-6A672464D67F}" destId="{B8E5271F-72BE-4D1E-999D-C67263FB757B}" srcOrd="2" destOrd="0" presId="urn:microsoft.com/office/officeart/2018/2/layout/IconCircleList"/>
    <dgm:cxn modelId="{2256B256-A8F1-4FC2-8828-6F17A90228C1}" type="presParOf" srcId="{6D31A67D-E719-4CFA-915C-6A672464D67F}" destId="{64A2E325-3D7C-4B10-BCF3-10598241A1B9}" srcOrd="3" destOrd="0" presId="urn:microsoft.com/office/officeart/2018/2/layout/IconCircleList"/>
    <dgm:cxn modelId="{D2B7465C-FB65-4CDC-BDBE-64DAD6208034}" type="presParOf" srcId="{6712158C-713B-4249-A52E-B1B86CD0B8A2}" destId="{FF33AA93-EFB6-44E7-AE84-D01686384EF1}" srcOrd="9" destOrd="0" presId="urn:microsoft.com/office/officeart/2018/2/layout/IconCircleList"/>
    <dgm:cxn modelId="{806B8F85-2325-4972-BF54-CC3DD24242BD}" type="presParOf" srcId="{6712158C-713B-4249-A52E-B1B86CD0B8A2}" destId="{D72FB830-1CD5-44F5-897F-B4F5B73A494A}" srcOrd="10" destOrd="0" presId="urn:microsoft.com/office/officeart/2018/2/layout/IconCircleList"/>
    <dgm:cxn modelId="{FAA68D0D-FC8C-4202-8A0B-B22C928B943E}" type="presParOf" srcId="{D72FB830-1CD5-44F5-897F-B4F5B73A494A}" destId="{02448D66-1BB6-4533-9373-DDB2712F0589}" srcOrd="0" destOrd="0" presId="urn:microsoft.com/office/officeart/2018/2/layout/IconCircleList"/>
    <dgm:cxn modelId="{F5365AA9-81FC-4A6A-B3D7-2A622C7DF9D1}" type="presParOf" srcId="{D72FB830-1CD5-44F5-897F-B4F5B73A494A}" destId="{2F69BC98-9B4D-43F4-9E05-4DF742E0683D}" srcOrd="1" destOrd="0" presId="urn:microsoft.com/office/officeart/2018/2/layout/IconCircleList"/>
    <dgm:cxn modelId="{65504D2C-8BD5-4BA5-AAD0-5906F7386CE5}" type="presParOf" srcId="{D72FB830-1CD5-44F5-897F-B4F5B73A494A}" destId="{2544CF7A-A6D9-4B19-BDCE-8088739BEB49}" srcOrd="2" destOrd="0" presId="urn:microsoft.com/office/officeart/2018/2/layout/IconCircleList"/>
    <dgm:cxn modelId="{C09D308B-9269-476A-B277-5CFD505D6B5D}" type="presParOf" srcId="{D72FB830-1CD5-44F5-897F-B4F5B73A494A}" destId="{AE51439A-D521-4937-BBBE-FDA0CAB00C8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0F70311-D055-4CD9-BC2C-5AC1C57C16C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14FDF4A-2A66-4920-9621-3F23F9973B1B}">
      <dgm:prSet/>
      <dgm:spPr/>
      <dgm:t>
        <a:bodyPr/>
        <a:lstStyle/>
        <a:p>
          <a:r>
            <a:rPr lang="en-US"/>
            <a:t>Correlation, delivery impact, booking impact.</a:t>
          </a:r>
        </a:p>
      </dgm:t>
    </dgm:pt>
    <dgm:pt modelId="{A90BE42A-DEFC-42FF-93EA-F9455799F8D3}" type="parTrans" cxnId="{DFEBB9E0-8FA3-40AC-8950-8AA6F09D2849}">
      <dgm:prSet/>
      <dgm:spPr/>
      <dgm:t>
        <a:bodyPr/>
        <a:lstStyle/>
        <a:p>
          <a:endParaRPr lang="en-US"/>
        </a:p>
      </dgm:t>
    </dgm:pt>
    <dgm:pt modelId="{A9A8DC6E-369C-4C84-867A-24598EDDE1A5}" type="sibTrans" cxnId="{DFEBB9E0-8FA3-40AC-8950-8AA6F09D2849}">
      <dgm:prSet/>
      <dgm:spPr/>
      <dgm:t>
        <a:bodyPr/>
        <a:lstStyle/>
        <a:p>
          <a:endParaRPr lang="en-US"/>
        </a:p>
      </dgm:t>
    </dgm:pt>
    <dgm:pt modelId="{54B768AE-78C4-4F7E-B7FF-011B74ACA425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0F1A2E4E-6F9F-4E97-B25B-A4429949C2D9}" type="parTrans" cxnId="{852CE396-3E7C-4EDA-A900-1ABF2724214B}">
      <dgm:prSet/>
      <dgm:spPr/>
      <dgm:t>
        <a:bodyPr/>
        <a:lstStyle/>
        <a:p>
          <a:endParaRPr lang="en-US"/>
        </a:p>
      </dgm:t>
    </dgm:pt>
    <dgm:pt modelId="{4BEE2F56-379E-448F-AEA9-9D22C4ECF5BB}" type="sibTrans" cxnId="{852CE396-3E7C-4EDA-A900-1ABF2724214B}">
      <dgm:prSet/>
      <dgm:spPr/>
      <dgm:t>
        <a:bodyPr/>
        <a:lstStyle/>
        <a:p>
          <a:endParaRPr lang="en-US"/>
        </a:p>
      </dgm:t>
    </dgm:pt>
    <dgm:pt modelId="{C57B1724-ADE5-43B4-8523-0C4D7E52D7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City-wise Count</a:t>
          </a:r>
          <a:r>
            <a:rPr lang="en-US" dirty="0"/>
            <a:t>: New Delhi &gt; Gurgaon &gt; Noida.</a:t>
          </a:r>
        </a:p>
      </dgm:t>
    </dgm:pt>
    <dgm:pt modelId="{81159C8A-53D6-4938-9890-787594A1D2D2}" type="parTrans" cxnId="{70A00D49-8CB2-4C72-BD36-C55B8CF9EF17}">
      <dgm:prSet/>
      <dgm:spPr/>
      <dgm:t>
        <a:bodyPr/>
        <a:lstStyle/>
        <a:p>
          <a:endParaRPr lang="en-US"/>
        </a:p>
      </dgm:t>
    </dgm:pt>
    <dgm:pt modelId="{03683CBD-0D47-4E70-A5B8-A59FD00D85DF}" type="sibTrans" cxnId="{70A00D49-8CB2-4C72-BD36-C55B8CF9EF17}">
      <dgm:prSet/>
      <dgm:spPr/>
      <dgm:t>
        <a:bodyPr/>
        <a:lstStyle/>
        <a:p>
          <a:endParaRPr lang="en-US"/>
        </a:p>
      </dgm:t>
    </dgm:pt>
    <dgm:pt modelId="{080B4761-01E9-4AE6-A402-92F4796001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Cuisine Word Cloud</a:t>
          </a:r>
          <a:r>
            <a:rPr lang="en-US" dirty="0"/>
            <a:t>: highlights frequently offered cuisines.</a:t>
          </a:r>
        </a:p>
      </dgm:t>
    </dgm:pt>
    <dgm:pt modelId="{80F48DAC-D21F-41DF-9669-9BECE41DBE15}" type="parTrans" cxnId="{0A3C722D-B84C-400C-8880-DBC6A2139DBF}">
      <dgm:prSet/>
      <dgm:spPr/>
      <dgm:t>
        <a:bodyPr/>
        <a:lstStyle/>
        <a:p>
          <a:endParaRPr lang="en-US"/>
        </a:p>
      </dgm:t>
    </dgm:pt>
    <dgm:pt modelId="{7F403B30-16C4-49B3-82FD-D6D918B47106}" type="sibTrans" cxnId="{0A3C722D-B84C-400C-8880-DBC6A2139DBF}">
      <dgm:prSet/>
      <dgm:spPr/>
      <dgm:t>
        <a:bodyPr/>
        <a:lstStyle/>
        <a:p>
          <a:endParaRPr lang="en-US"/>
        </a:p>
      </dgm:t>
    </dgm:pt>
    <dgm:pt modelId="{B56DA8C0-2414-4AC3-BA14-49A2CDA026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Correlation Heatmap</a:t>
          </a:r>
          <a:r>
            <a:rPr lang="en-US" dirty="0"/>
            <a:t>: votes most correlated with rating.</a:t>
          </a:r>
        </a:p>
      </dgm:t>
    </dgm:pt>
    <dgm:pt modelId="{02DEEAEC-5A50-4134-8497-91DAAF66E91B}" type="parTrans" cxnId="{612B4FB0-F6E2-477B-9335-13804A4B355F}">
      <dgm:prSet/>
      <dgm:spPr/>
      <dgm:t>
        <a:bodyPr/>
        <a:lstStyle/>
        <a:p>
          <a:endParaRPr lang="en-US"/>
        </a:p>
      </dgm:t>
    </dgm:pt>
    <dgm:pt modelId="{90986670-0360-4E08-84D6-57D00A0B6795}" type="sibTrans" cxnId="{612B4FB0-F6E2-477B-9335-13804A4B355F}">
      <dgm:prSet/>
      <dgm:spPr/>
      <dgm:t>
        <a:bodyPr/>
        <a:lstStyle/>
        <a:p>
          <a:endParaRPr lang="en-US"/>
        </a:p>
      </dgm:t>
    </dgm:pt>
    <dgm:pt modelId="{FBE018B6-931E-4503-A1D1-DF28C0CE79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Service Impact</a:t>
          </a:r>
          <a:r>
            <a:rPr lang="en-US" dirty="0"/>
            <a:t>: delivery and booking → slightly higher ratings.</a:t>
          </a:r>
          <a:br>
            <a:rPr lang="en-US" dirty="0"/>
          </a:br>
          <a:endParaRPr lang="en-US" dirty="0"/>
        </a:p>
      </dgm:t>
    </dgm:pt>
    <dgm:pt modelId="{6180F03E-A1E9-4002-B98C-A848CB870568}" type="parTrans" cxnId="{7FEA5AE2-F612-46C2-9525-D2BD287B140C}">
      <dgm:prSet/>
      <dgm:spPr/>
      <dgm:t>
        <a:bodyPr/>
        <a:lstStyle/>
        <a:p>
          <a:endParaRPr lang="en-US"/>
        </a:p>
      </dgm:t>
    </dgm:pt>
    <dgm:pt modelId="{5F117AC0-B117-4DEC-861A-C8F300001ECF}" type="sibTrans" cxnId="{7FEA5AE2-F612-46C2-9525-D2BD287B140C}">
      <dgm:prSet/>
      <dgm:spPr/>
      <dgm:t>
        <a:bodyPr/>
        <a:lstStyle/>
        <a:p>
          <a:endParaRPr lang="en-US"/>
        </a:p>
      </dgm:t>
    </dgm:pt>
    <dgm:pt modelId="{166FF372-7DE9-41EE-9E05-08EAF47171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Rating Distribution</a:t>
          </a:r>
          <a:r>
            <a:rPr lang="en-US" dirty="0"/>
            <a:t>: peak around 3.5 to 4.2.</a:t>
          </a:r>
        </a:p>
      </dgm:t>
    </dgm:pt>
    <dgm:pt modelId="{B3349045-4B51-443F-A2D8-22C7735BF409}" type="parTrans" cxnId="{21556A91-4042-4DED-A2AE-8EB5E631EA58}">
      <dgm:prSet/>
      <dgm:spPr/>
      <dgm:t>
        <a:bodyPr/>
        <a:lstStyle/>
        <a:p>
          <a:endParaRPr lang="en-IN"/>
        </a:p>
      </dgm:t>
    </dgm:pt>
    <dgm:pt modelId="{4521173E-4079-4B46-BBE0-DF2F0EA20029}" type="sibTrans" cxnId="{21556A91-4042-4DED-A2AE-8EB5E631EA58}">
      <dgm:prSet/>
      <dgm:spPr/>
      <dgm:t>
        <a:bodyPr/>
        <a:lstStyle/>
        <a:p>
          <a:endParaRPr lang="en-IN"/>
        </a:p>
      </dgm:t>
    </dgm:pt>
    <dgm:pt modelId="{2D5B8ADA-FAAE-44B6-8C3F-05D2B5671524}" type="pres">
      <dgm:prSet presAssocID="{00F70311-D055-4CD9-BC2C-5AC1C57C16CA}" presName="linear" presStyleCnt="0">
        <dgm:presLayoutVars>
          <dgm:animLvl val="lvl"/>
          <dgm:resizeHandles val="exact"/>
        </dgm:presLayoutVars>
      </dgm:prSet>
      <dgm:spPr/>
    </dgm:pt>
    <dgm:pt modelId="{44991285-9E37-4BF0-A5D2-60FF89366830}" type="pres">
      <dgm:prSet presAssocID="{B14FDF4A-2A66-4920-9621-3F23F9973B1B}" presName="parentText" presStyleLbl="node1" presStyleIdx="0" presStyleCnt="1" custScaleY="127429" custLinFactNeighborX="589" custLinFactNeighborY="-4908">
        <dgm:presLayoutVars>
          <dgm:chMax val="0"/>
          <dgm:bulletEnabled val="1"/>
        </dgm:presLayoutVars>
      </dgm:prSet>
      <dgm:spPr/>
    </dgm:pt>
    <dgm:pt modelId="{A11C1CE7-A7EB-4515-AA87-17A779F765F2}" type="pres">
      <dgm:prSet presAssocID="{B14FDF4A-2A66-4920-9621-3F23F9973B1B}" presName="childText" presStyleLbl="revTx" presStyleIdx="0" presStyleCnt="1" custScaleY="91005">
        <dgm:presLayoutVars>
          <dgm:bulletEnabled val="1"/>
        </dgm:presLayoutVars>
      </dgm:prSet>
      <dgm:spPr/>
    </dgm:pt>
  </dgm:ptLst>
  <dgm:cxnLst>
    <dgm:cxn modelId="{F75DA20C-3B59-4DC1-8C74-D98865B78DA7}" type="presOf" srcId="{FBE018B6-931E-4503-A1D1-DF28C0CE7930}" destId="{A11C1CE7-A7EB-4515-AA87-17A779F765F2}" srcOrd="0" destOrd="5" presId="urn:microsoft.com/office/officeart/2005/8/layout/vList2"/>
    <dgm:cxn modelId="{1B57410D-6F05-4238-9FF5-D4C2EADEA8C7}" type="presOf" srcId="{B14FDF4A-2A66-4920-9621-3F23F9973B1B}" destId="{44991285-9E37-4BF0-A5D2-60FF89366830}" srcOrd="0" destOrd="0" presId="urn:microsoft.com/office/officeart/2005/8/layout/vList2"/>
    <dgm:cxn modelId="{07C0A011-8ED6-4B3E-890A-6AA34883D2AB}" type="presOf" srcId="{080B4761-01E9-4AE6-A402-92F479600155}" destId="{A11C1CE7-A7EB-4515-AA87-17A779F765F2}" srcOrd="0" destOrd="3" presId="urn:microsoft.com/office/officeart/2005/8/layout/vList2"/>
    <dgm:cxn modelId="{EA5CD32B-60F0-4C4F-A2B2-90F5CAE5F665}" type="presOf" srcId="{C57B1724-ADE5-43B4-8523-0C4D7E52D753}" destId="{A11C1CE7-A7EB-4515-AA87-17A779F765F2}" srcOrd="0" destOrd="2" presId="urn:microsoft.com/office/officeart/2005/8/layout/vList2"/>
    <dgm:cxn modelId="{0A3C722D-B84C-400C-8880-DBC6A2139DBF}" srcId="{B14FDF4A-2A66-4920-9621-3F23F9973B1B}" destId="{080B4761-01E9-4AE6-A402-92F479600155}" srcOrd="3" destOrd="0" parTransId="{80F48DAC-D21F-41DF-9669-9BECE41DBE15}" sibTransId="{7F403B30-16C4-49B3-82FD-D6D918B47106}"/>
    <dgm:cxn modelId="{70A00D49-8CB2-4C72-BD36-C55B8CF9EF17}" srcId="{B14FDF4A-2A66-4920-9621-3F23F9973B1B}" destId="{C57B1724-ADE5-43B4-8523-0C4D7E52D753}" srcOrd="2" destOrd="0" parTransId="{81159C8A-53D6-4938-9890-787594A1D2D2}" sibTransId="{03683CBD-0D47-4E70-A5B8-A59FD00D85DF}"/>
    <dgm:cxn modelId="{B43FB753-D6D8-481C-A2EB-FE68BF65B94C}" type="presOf" srcId="{00F70311-D055-4CD9-BC2C-5AC1C57C16CA}" destId="{2D5B8ADA-FAAE-44B6-8C3F-05D2B5671524}" srcOrd="0" destOrd="0" presId="urn:microsoft.com/office/officeart/2005/8/layout/vList2"/>
    <dgm:cxn modelId="{21556A91-4042-4DED-A2AE-8EB5E631EA58}" srcId="{B14FDF4A-2A66-4920-9621-3F23F9973B1B}" destId="{166FF372-7DE9-41EE-9E05-08EAF4717195}" srcOrd="1" destOrd="0" parTransId="{B3349045-4B51-443F-A2D8-22C7735BF409}" sibTransId="{4521173E-4079-4B46-BBE0-DF2F0EA20029}"/>
    <dgm:cxn modelId="{852CE396-3E7C-4EDA-A900-1ABF2724214B}" srcId="{B14FDF4A-2A66-4920-9621-3F23F9973B1B}" destId="{54B768AE-78C4-4F7E-B7FF-011B74ACA425}" srcOrd="0" destOrd="0" parTransId="{0F1A2E4E-6F9F-4E97-B25B-A4429949C2D9}" sibTransId="{4BEE2F56-379E-448F-AEA9-9D22C4ECF5BB}"/>
    <dgm:cxn modelId="{612B4FB0-F6E2-477B-9335-13804A4B355F}" srcId="{B14FDF4A-2A66-4920-9621-3F23F9973B1B}" destId="{B56DA8C0-2414-4AC3-BA14-49A2CDA026E9}" srcOrd="4" destOrd="0" parTransId="{02DEEAEC-5A50-4134-8497-91DAAF66E91B}" sibTransId="{90986670-0360-4E08-84D6-57D00A0B6795}"/>
    <dgm:cxn modelId="{0E49B6D6-4E1A-4CDB-A941-F5167DB70701}" type="presOf" srcId="{B56DA8C0-2414-4AC3-BA14-49A2CDA026E9}" destId="{A11C1CE7-A7EB-4515-AA87-17A779F765F2}" srcOrd="0" destOrd="4" presId="urn:microsoft.com/office/officeart/2005/8/layout/vList2"/>
    <dgm:cxn modelId="{781100DA-F77C-493D-A241-8FD363CA3C75}" type="presOf" srcId="{166FF372-7DE9-41EE-9E05-08EAF4717195}" destId="{A11C1CE7-A7EB-4515-AA87-17A779F765F2}" srcOrd="0" destOrd="1" presId="urn:microsoft.com/office/officeart/2005/8/layout/vList2"/>
    <dgm:cxn modelId="{DFEBB9E0-8FA3-40AC-8950-8AA6F09D2849}" srcId="{00F70311-D055-4CD9-BC2C-5AC1C57C16CA}" destId="{B14FDF4A-2A66-4920-9621-3F23F9973B1B}" srcOrd="0" destOrd="0" parTransId="{A90BE42A-DEFC-42FF-93EA-F9455799F8D3}" sibTransId="{A9A8DC6E-369C-4C84-867A-24598EDDE1A5}"/>
    <dgm:cxn modelId="{7FEA5AE2-F612-46C2-9525-D2BD287B140C}" srcId="{B14FDF4A-2A66-4920-9621-3F23F9973B1B}" destId="{FBE018B6-931E-4503-A1D1-DF28C0CE7930}" srcOrd="5" destOrd="0" parTransId="{6180F03E-A1E9-4002-B98C-A848CB870568}" sibTransId="{5F117AC0-B117-4DEC-861A-C8F300001ECF}"/>
    <dgm:cxn modelId="{700716E4-1243-4FFA-A52B-849E787F7186}" type="presOf" srcId="{54B768AE-78C4-4F7E-B7FF-011B74ACA425}" destId="{A11C1CE7-A7EB-4515-AA87-17A779F765F2}" srcOrd="0" destOrd="0" presId="urn:microsoft.com/office/officeart/2005/8/layout/vList2"/>
    <dgm:cxn modelId="{DA43CED7-A551-4F2E-99FF-4445F8673046}" type="presParOf" srcId="{2D5B8ADA-FAAE-44B6-8C3F-05D2B5671524}" destId="{44991285-9E37-4BF0-A5D2-60FF89366830}" srcOrd="0" destOrd="0" presId="urn:microsoft.com/office/officeart/2005/8/layout/vList2"/>
    <dgm:cxn modelId="{25B46955-0F5F-44E1-880B-3BD3A158FFFF}" type="presParOf" srcId="{2D5B8ADA-FAAE-44B6-8C3F-05D2B5671524}" destId="{A11C1CE7-A7EB-4515-AA87-17A779F765F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4260748-C7B4-4C57-9213-B647674E6563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0C9F9CB-D700-4BBB-A410-296F1B6E7480}">
      <dgm:prSet/>
      <dgm:spPr/>
      <dgm:t>
        <a:bodyPr/>
        <a:lstStyle/>
        <a:p>
          <a:r>
            <a:rPr lang="en-US" b="0" i="0" baseline="0"/>
            <a:t>Encoded categorical features using Label Encoding.</a:t>
          </a:r>
          <a:endParaRPr lang="en-US"/>
        </a:p>
      </dgm:t>
    </dgm:pt>
    <dgm:pt modelId="{ABBB4540-55D1-44C0-A0AA-46B1BC49C8A3}" type="parTrans" cxnId="{2FB9AF79-7DE0-48D2-83B6-D2C15F64B871}">
      <dgm:prSet/>
      <dgm:spPr/>
      <dgm:t>
        <a:bodyPr/>
        <a:lstStyle/>
        <a:p>
          <a:endParaRPr lang="en-US"/>
        </a:p>
      </dgm:t>
    </dgm:pt>
    <dgm:pt modelId="{2A290693-58D3-4C17-9C44-D8C780974D9E}" type="sibTrans" cxnId="{2FB9AF79-7DE0-48D2-83B6-D2C15F64B871}">
      <dgm:prSet/>
      <dgm:spPr/>
      <dgm:t>
        <a:bodyPr/>
        <a:lstStyle/>
        <a:p>
          <a:endParaRPr lang="en-US"/>
        </a:p>
      </dgm:t>
    </dgm:pt>
    <dgm:pt modelId="{0E11BCB4-60E6-402A-B814-23BBF3F17FD3}">
      <dgm:prSet/>
      <dgm:spPr/>
      <dgm:t>
        <a:bodyPr/>
        <a:lstStyle/>
        <a:p>
          <a:r>
            <a:rPr lang="en-US" b="0" i="0" baseline="0"/>
            <a:t>Created </a:t>
          </a:r>
          <a:r>
            <a:rPr lang="en-US" b="1" i="0" baseline="0"/>
            <a:t>Cuisine Count</a:t>
          </a:r>
          <a:r>
            <a:rPr lang="en-US" b="0" i="0" baseline="0"/>
            <a:t> as a new feature.</a:t>
          </a:r>
          <a:endParaRPr lang="en-US"/>
        </a:p>
      </dgm:t>
    </dgm:pt>
    <dgm:pt modelId="{7D5D145D-2976-45E8-AF01-0B4912CB8F42}" type="parTrans" cxnId="{149C97F5-1FC1-40FB-A719-721B6E1F1780}">
      <dgm:prSet/>
      <dgm:spPr/>
      <dgm:t>
        <a:bodyPr/>
        <a:lstStyle/>
        <a:p>
          <a:endParaRPr lang="en-US"/>
        </a:p>
      </dgm:t>
    </dgm:pt>
    <dgm:pt modelId="{5FE4EBC0-EF03-4ACA-9D0C-2872AE34964D}" type="sibTrans" cxnId="{149C97F5-1FC1-40FB-A719-721B6E1F1780}">
      <dgm:prSet/>
      <dgm:spPr/>
      <dgm:t>
        <a:bodyPr/>
        <a:lstStyle/>
        <a:p>
          <a:endParaRPr lang="en-US"/>
        </a:p>
      </dgm:t>
    </dgm:pt>
    <dgm:pt modelId="{156DAAB8-65AA-4454-8F10-B5B00161362B}">
      <dgm:prSet/>
      <dgm:spPr/>
      <dgm:t>
        <a:bodyPr/>
        <a:lstStyle/>
        <a:p>
          <a:r>
            <a:rPr lang="en-US" b="0" i="0" baseline="0"/>
            <a:t>Selected top repeating cuisines for binary encoding.</a:t>
          </a:r>
          <a:endParaRPr lang="en-US"/>
        </a:p>
      </dgm:t>
    </dgm:pt>
    <dgm:pt modelId="{E67C132D-58B3-41BF-BB76-9DE5DA4C6546}" type="parTrans" cxnId="{EE354E9B-AA85-4967-9B9E-EA164485D17C}">
      <dgm:prSet/>
      <dgm:spPr/>
      <dgm:t>
        <a:bodyPr/>
        <a:lstStyle/>
        <a:p>
          <a:endParaRPr lang="en-US"/>
        </a:p>
      </dgm:t>
    </dgm:pt>
    <dgm:pt modelId="{1B22961F-4FD7-4DD1-8FBB-BF7603ACAAE1}" type="sibTrans" cxnId="{EE354E9B-AA85-4967-9B9E-EA164485D17C}">
      <dgm:prSet/>
      <dgm:spPr/>
      <dgm:t>
        <a:bodyPr/>
        <a:lstStyle/>
        <a:p>
          <a:endParaRPr lang="en-US"/>
        </a:p>
      </dgm:t>
    </dgm:pt>
    <dgm:pt modelId="{E2329140-CA0D-4825-93C4-4CBF2D73D035}">
      <dgm:prSet/>
      <dgm:spPr/>
      <dgm:t>
        <a:bodyPr/>
        <a:lstStyle/>
        <a:p>
          <a:r>
            <a:rPr lang="en-US" b="0" i="0" baseline="0"/>
            <a:t>Created an </a:t>
          </a:r>
          <a:r>
            <a:rPr lang="en-US" b="1" i="0" baseline="0"/>
            <a:t>8-cluster K-Means</a:t>
          </a:r>
          <a:r>
            <a:rPr lang="en-US" b="0" i="0" baseline="0"/>
            <a:t> geographic feature from lat-long.</a:t>
          </a:r>
          <a:endParaRPr lang="en-US"/>
        </a:p>
      </dgm:t>
    </dgm:pt>
    <dgm:pt modelId="{BCD29019-A125-466A-B224-72679589B1D4}" type="parTrans" cxnId="{745C5129-3CCF-4069-8C25-F1B2F4E09FF5}">
      <dgm:prSet/>
      <dgm:spPr/>
      <dgm:t>
        <a:bodyPr/>
        <a:lstStyle/>
        <a:p>
          <a:endParaRPr lang="en-US"/>
        </a:p>
      </dgm:t>
    </dgm:pt>
    <dgm:pt modelId="{36CC3944-AE96-4796-BB01-632BCB372C1A}" type="sibTrans" cxnId="{745C5129-3CCF-4069-8C25-F1B2F4E09FF5}">
      <dgm:prSet/>
      <dgm:spPr/>
      <dgm:t>
        <a:bodyPr/>
        <a:lstStyle/>
        <a:p>
          <a:endParaRPr lang="en-US"/>
        </a:p>
      </dgm:t>
    </dgm:pt>
    <dgm:pt modelId="{748EFF5E-0755-4A33-A39E-4D30BB153215}">
      <dgm:prSet/>
      <dgm:spPr/>
      <dgm:t>
        <a:bodyPr/>
        <a:lstStyle/>
        <a:p>
          <a:r>
            <a:rPr lang="en-US" b="0" i="0" baseline="0"/>
            <a:t>Improved XGBoost accuracy using the cluster feature.</a:t>
          </a:r>
          <a:endParaRPr lang="en-US"/>
        </a:p>
      </dgm:t>
    </dgm:pt>
    <dgm:pt modelId="{3271ABF5-21FD-4F7D-BCF5-11D399AD43B7}" type="parTrans" cxnId="{276A82F0-897F-4B43-A9B0-5DF42E45B121}">
      <dgm:prSet/>
      <dgm:spPr/>
      <dgm:t>
        <a:bodyPr/>
        <a:lstStyle/>
        <a:p>
          <a:endParaRPr lang="en-US"/>
        </a:p>
      </dgm:t>
    </dgm:pt>
    <dgm:pt modelId="{B887C9DE-87C0-438B-ACA3-FD05DB0724D6}" type="sibTrans" cxnId="{276A82F0-897F-4B43-A9B0-5DF42E45B121}">
      <dgm:prSet/>
      <dgm:spPr/>
      <dgm:t>
        <a:bodyPr/>
        <a:lstStyle/>
        <a:p>
          <a:endParaRPr lang="en-US"/>
        </a:p>
      </dgm:t>
    </dgm:pt>
    <dgm:pt modelId="{E7987859-8FE6-4E6D-BA2D-5BF79BC40B77}" type="pres">
      <dgm:prSet presAssocID="{64260748-C7B4-4C57-9213-B647674E6563}" presName="diagram" presStyleCnt="0">
        <dgm:presLayoutVars>
          <dgm:dir/>
          <dgm:resizeHandles val="exact"/>
        </dgm:presLayoutVars>
      </dgm:prSet>
      <dgm:spPr/>
    </dgm:pt>
    <dgm:pt modelId="{FA6AA37E-00BF-4FD5-86F7-5BF3871C19E3}" type="pres">
      <dgm:prSet presAssocID="{60C9F9CB-D700-4BBB-A410-296F1B6E7480}" presName="node" presStyleLbl="node1" presStyleIdx="0" presStyleCnt="5">
        <dgm:presLayoutVars>
          <dgm:bulletEnabled val="1"/>
        </dgm:presLayoutVars>
      </dgm:prSet>
      <dgm:spPr/>
    </dgm:pt>
    <dgm:pt modelId="{902A0881-2946-4D31-9102-04CDC94518BB}" type="pres">
      <dgm:prSet presAssocID="{2A290693-58D3-4C17-9C44-D8C780974D9E}" presName="sibTrans" presStyleCnt="0"/>
      <dgm:spPr/>
    </dgm:pt>
    <dgm:pt modelId="{7A5AEDDF-C620-49AF-83E8-08E23865E2B7}" type="pres">
      <dgm:prSet presAssocID="{0E11BCB4-60E6-402A-B814-23BBF3F17FD3}" presName="node" presStyleLbl="node1" presStyleIdx="1" presStyleCnt="5">
        <dgm:presLayoutVars>
          <dgm:bulletEnabled val="1"/>
        </dgm:presLayoutVars>
      </dgm:prSet>
      <dgm:spPr/>
    </dgm:pt>
    <dgm:pt modelId="{3C60EB7C-C84C-40FD-845D-C3227B650D37}" type="pres">
      <dgm:prSet presAssocID="{5FE4EBC0-EF03-4ACA-9D0C-2872AE34964D}" presName="sibTrans" presStyleCnt="0"/>
      <dgm:spPr/>
    </dgm:pt>
    <dgm:pt modelId="{369E7438-3D63-4AAC-ACF3-BDE2A51AD495}" type="pres">
      <dgm:prSet presAssocID="{156DAAB8-65AA-4454-8F10-B5B00161362B}" presName="node" presStyleLbl="node1" presStyleIdx="2" presStyleCnt="5">
        <dgm:presLayoutVars>
          <dgm:bulletEnabled val="1"/>
        </dgm:presLayoutVars>
      </dgm:prSet>
      <dgm:spPr/>
    </dgm:pt>
    <dgm:pt modelId="{76E8B566-D2DE-43DF-860D-F21E9DAD1C3A}" type="pres">
      <dgm:prSet presAssocID="{1B22961F-4FD7-4DD1-8FBB-BF7603ACAAE1}" presName="sibTrans" presStyleCnt="0"/>
      <dgm:spPr/>
    </dgm:pt>
    <dgm:pt modelId="{C8B2CCEE-505F-4A1D-AACE-EAA218A0FA1D}" type="pres">
      <dgm:prSet presAssocID="{E2329140-CA0D-4825-93C4-4CBF2D73D035}" presName="node" presStyleLbl="node1" presStyleIdx="3" presStyleCnt="5">
        <dgm:presLayoutVars>
          <dgm:bulletEnabled val="1"/>
        </dgm:presLayoutVars>
      </dgm:prSet>
      <dgm:spPr/>
    </dgm:pt>
    <dgm:pt modelId="{25E5E49A-4765-455A-BE8F-AE6C989CD467}" type="pres">
      <dgm:prSet presAssocID="{36CC3944-AE96-4796-BB01-632BCB372C1A}" presName="sibTrans" presStyleCnt="0"/>
      <dgm:spPr/>
    </dgm:pt>
    <dgm:pt modelId="{886FD3DF-FE53-4AD1-A61A-828CD4DDC92D}" type="pres">
      <dgm:prSet presAssocID="{748EFF5E-0755-4A33-A39E-4D30BB153215}" presName="node" presStyleLbl="node1" presStyleIdx="4" presStyleCnt="5">
        <dgm:presLayoutVars>
          <dgm:bulletEnabled val="1"/>
        </dgm:presLayoutVars>
      </dgm:prSet>
      <dgm:spPr/>
    </dgm:pt>
  </dgm:ptLst>
  <dgm:cxnLst>
    <dgm:cxn modelId="{745C5129-3CCF-4069-8C25-F1B2F4E09FF5}" srcId="{64260748-C7B4-4C57-9213-B647674E6563}" destId="{E2329140-CA0D-4825-93C4-4CBF2D73D035}" srcOrd="3" destOrd="0" parTransId="{BCD29019-A125-466A-B224-72679589B1D4}" sibTransId="{36CC3944-AE96-4796-BB01-632BCB372C1A}"/>
    <dgm:cxn modelId="{B419C070-CE4E-45AF-AC57-29DD4F447C39}" type="presOf" srcId="{60C9F9CB-D700-4BBB-A410-296F1B6E7480}" destId="{FA6AA37E-00BF-4FD5-86F7-5BF3871C19E3}" srcOrd="0" destOrd="0" presId="urn:microsoft.com/office/officeart/2005/8/layout/default"/>
    <dgm:cxn modelId="{CA34AC51-943D-402F-A589-B8FAD6CAA915}" type="presOf" srcId="{156DAAB8-65AA-4454-8F10-B5B00161362B}" destId="{369E7438-3D63-4AAC-ACF3-BDE2A51AD495}" srcOrd="0" destOrd="0" presId="urn:microsoft.com/office/officeart/2005/8/layout/default"/>
    <dgm:cxn modelId="{2FB9AF79-7DE0-48D2-83B6-D2C15F64B871}" srcId="{64260748-C7B4-4C57-9213-B647674E6563}" destId="{60C9F9CB-D700-4BBB-A410-296F1B6E7480}" srcOrd="0" destOrd="0" parTransId="{ABBB4540-55D1-44C0-A0AA-46B1BC49C8A3}" sibTransId="{2A290693-58D3-4C17-9C44-D8C780974D9E}"/>
    <dgm:cxn modelId="{EE354E9B-AA85-4967-9B9E-EA164485D17C}" srcId="{64260748-C7B4-4C57-9213-B647674E6563}" destId="{156DAAB8-65AA-4454-8F10-B5B00161362B}" srcOrd="2" destOrd="0" parTransId="{E67C132D-58B3-41BF-BB76-9DE5DA4C6546}" sibTransId="{1B22961F-4FD7-4DD1-8FBB-BF7603ACAAE1}"/>
    <dgm:cxn modelId="{AA891EBE-7A12-45F0-A326-F222BFC936FB}" type="presOf" srcId="{64260748-C7B4-4C57-9213-B647674E6563}" destId="{E7987859-8FE6-4E6D-BA2D-5BF79BC40B77}" srcOrd="0" destOrd="0" presId="urn:microsoft.com/office/officeart/2005/8/layout/default"/>
    <dgm:cxn modelId="{6C3925C1-15AE-4E93-8E87-82CAB8542088}" type="presOf" srcId="{E2329140-CA0D-4825-93C4-4CBF2D73D035}" destId="{C8B2CCEE-505F-4A1D-AACE-EAA218A0FA1D}" srcOrd="0" destOrd="0" presId="urn:microsoft.com/office/officeart/2005/8/layout/default"/>
    <dgm:cxn modelId="{67E417EF-6CAA-4F05-A237-78617A2E4EAC}" type="presOf" srcId="{748EFF5E-0755-4A33-A39E-4D30BB153215}" destId="{886FD3DF-FE53-4AD1-A61A-828CD4DDC92D}" srcOrd="0" destOrd="0" presId="urn:microsoft.com/office/officeart/2005/8/layout/default"/>
    <dgm:cxn modelId="{276A82F0-897F-4B43-A9B0-5DF42E45B121}" srcId="{64260748-C7B4-4C57-9213-B647674E6563}" destId="{748EFF5E-0755-4A33-A39E-4D30BB153215}" srcOrd="4" destOrd="0" parTransId="{3271ABF5-21FD-4F7D-BCF5-11D399AD43B7}" sibTransId="{B887C9DE-87C0-438B-ACA3-FD05DB0724D6}"/>
    <dgm:cxn modelId="{149C97F5-1FC1-40FB-A719-721B6E1F1780}" srcId="{64260748-C7B4-4C57-9213-B647674E6563}" destId="{0E11BCB4-60E6-402A-B814-23BBF3F17FD3}" srcOrd="1" destOrd="0" parTransId="{7D5D145D-2976-45E8-AF01-0B4912CB8F42}" sibTransId="{5FE4EBC0-EF03-4ACA-9D0C-2872AE34964D}"/>
    <dgm:cxn modelId="{ECBB4BFD-EE03-416D-8F99-F56732E5FFAD}" type="presOf" srcId="{0E11BCB4-60E6-402A-B814-23BBF3F17FD3}" destId="{7A5AEDDF-C620-49AF-83E8-08E23865E2B7}" srcOrd="0" destOrd="0" presId="urn:microsoft.com/office/officeart/2005/8/layout/default"/>
    <dgm:cxn modelId="{97089079-06DB-4E08-AD3D-4733A56001FD}" type="presParOf" srcId="{E7987859-8FE6-4E6D-BA2D-5BF79BC40B77}" destId="{FA6AA37E-00BF-4FD5-86F7-5BF3871C19E3}" srcOrd="0" destOrd="0" presId="urn:microsoft.com/office/officeart/2005/8/layout/default"/>
    <dgm:cxn modelId="{89F3E36A-8ABE-425B-B626-C398456BABBA}" type="presParOf" srcId="{E7987859-8FE6-4E6D-BA2D-5BF79BC40B77}" destId="{902A0881-2946-4D31-9102-04CDC94518BB}" srcOrd="1" destOrd="0" presId="urn:microsoft.com/office/officeart/2005/8/layout/default"/>
    <dgm:cxn modelId="{2D747A1B-A342-4BD9-9BCF-60907F996779}" type="presParOf" srcId="{E7987859-8FE6-4E6D-BA2D-5BF79BC40B77}" destId="{7A5AEDDF-C620-49AF-83E8-08E23865E2B7}" srcOrd="2" destOrd="0" presId="urn:microsoft.com/office/officeart/2005/8/layout/default"/>
    <dgm:cxn modelId="{6C94E678-6316-45C6-AADE-3B85EA3EF5C4}" type="presParOf" srcId="{E7987859-8FE6-4E6D-BA2D-5BF79BC40B77}" destId="{3C60EB7C-C84C-40FD-845D-C3227B650D37}" srcOrd="3" destOrd="0" presId="urn:microsoft.com/office/officeart/2005/8/layout/default"/>
    <dgm:cxn modelId="{9D4F8E67-A429-4C1B-9B02-ECB9BB10BC09}" type="presParOf" srcId="{E7987859-8FE6-4E6D-BA2D-5BF79BC40B77}" destId="{369E7438-3D63-4AAC-ACF3-BDE2A51AD495}" srcOrd="4" destOrd="0" presId="urn:microsoft.com/office/officeart/2005/8/layout/default"/>
    <dgm:cxn modelId="{4FFEA903-CE74-4DBC-90F4-FF24270A94C8}" type="presParOf" srcId="{E7987859-8FE6-4E6D-BA2D-5BF79BC40B77}" destId="{76E8B566-D2DE-43DF-860D-F21E9DAD1C3A}" srcOrd="5" destOrd="0" presId="urn:microsoft.com/office/officeart/2005/8/layout/default"/>
    <dgm:cxn modelId="{C9AD113D-4B9C-4121-9E71-DCE5E1E4865B}" type="presParOf" srcId="{E7987859-8FE6-4E6D-BA2D-5BF79BC40B77}" destId="{C8B2CCEE-505F-4A1D-AACE-EAA218A0FA1D}" srcOrd="6" destOrd="0" presId="urn:microsoft.com/office/officeart/2005/8/layout/default"/>
    <dgm:cxn modelId="{1D825845-A9AE-4C53-B628-7A7A34A59CFA}" type="presParOf" srcId="{E7987859-8FE6-4E6D-BA2D-5BF79BC40B77}" destId="{25E5E49A-4765-455A-BE8F-AE6C989CD467}" srcOrd="7" destOrd="0" presId="urn:microsoft.com/office/officeart/2005/8/layout/default"/>
    <dgm:cxn modelId="{5E606668-236E-4FEE-AE90-A84BCB32FF9D}" type="presParOf" srcId="{E7987859-8FE6-4E6D-BA2D-5BF79BC40B77}" destId="{886FD3DF-FE53-4AD1-A61A-828CD4DDC92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43E0B9C-9845-4F30-AA2F-33AFB9AB6525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0748B32-1385-4F2B-9154-089E653D4ECE}">
      <dgm:prSet/>
      <dgm:spPr/>
      <dgm:t>
        <a:bodyPr/>
        <a:lstStyle/>
        <a:p>
          <a:r>
            <a:rPr lang="en-IN" b="1"/>
            <a:t>1. Linear Regression</a:t>
          </a:r>
          <a:endParaRPr lang="en-US"/>
        </a:p>
      </dgm:t>
    </dgm:pt>
    <dgm:pt modelId="{F1EC4449-8AED-4CE0-A783-521B8F3BD982}" type="parTrans" cxnId="{560A0E17-80D6-42AA-87B3-511F13C12188}">
      <dgm:prSet/>
      <dgm:spPr/>
      <dgm:t>
        <a:bodyPr/>
        <a:lstStyle/>
        <a:p>
          <a:endParaRPr lang="en-US"/>
        </a:p>
      </dgm:t>
    </dgm:pt>
    <dgm:pt modelId="{7BA50E38-4B93-47AF-8028-44290D5DE631}" type="sibTrans" cxnId="{560A0E17-80D6-42AA-87B3-511F13C12188}">
      <dgm:prSet/>
      <dgm:spPr/>
      <dgm:t>
        <a:bodyPr/>
        <a:lstStyle/>
        <a:p>
          <a:endParaRPr lang="en-US"/>
        </a:p>
      </dgm:t>
    </dgm:pt>
    <dgm:pt modelId="{9E84F4F9-9D60-4D4E-8A98-C4FB2AD5669E}">
      <dgm:prSet/>
      <dgm:spPr/>
      <dgm:t>
        <a:bodyPr/>
        <a:lstStyle/>
        <a:p>
          <a:r>
            <a:rPr lang="en-IN" dirty="0"/>
            <a:t>Baseline model</a:t>
          </a:r>
          <a:endParaRPr lang="en-US" dirty="0"/>
        </a:p>
      </dgm:t>
    </dgm:pt>
    <dgm:pt modelId="{B6322877-9E60-45BF-B504-28CEC48678D6}" type="parTrans" cxnId="{4A5A8D2E-9A98-4A78-9142-89217A6197A9}">
      <dgm:prSet/>
      <dgm:spPr/>
      <dgm:t>
        <a:bodyPr/>
        <a:lstStyle/>
        <a:p>
          <a:endParaRPr lang="en-US"/>
        </a:p>
      </dgm:t>
    </dgm:pt>
    <dgm:pt modelId="{E10F60D0-3741-4073-AF74-31DDAB5902E2}" type="sibTrans" cxnId="{4A5A8D2E-9A98-4A78-9142-89217A6197A9}">
      <dgm:prSet/>
      <dgm:spPr/>
      <dgm:t>
        <a:bodyPr/>
        <a:lstStyle/>
        <a:p>
          <a:endParaRPr lang="en-US"/>
        </a:p>
      </dgm:t>
    </dgm:pt>
    <dgm:pt modelId="{914F72F6-A4C9-4C0C-BDE3-003C6DAE83E7}">
      <dgm:prSet/>
      <dgm:spPr/>
      <dgm:t>
        <a:bodyPr/>
        <a:lstStyle/>
        <a:p>
          <a:r>
            <a:rPr lang="en-IN"/>
            <a:t>Did not capture nonlinear patterns</a:t>
          </a:r>
          <a:endParaRPr lang="en-US"/>
        </a:p>
      </dgm:t>
    </dgm:pt>
    <dgm:pt modelId="{3376FBD1-7CBD-4AB4-8BFD-DA4F60B99985}" type="parTrans" cxnId="{F9BF5AE2-D762-4733-894E-002035EA7FB3}">
      <dgm:prSet/>
      <dgm:spPr/>
      <dgm:t>
        <a:bodyPr/>
        <a:lstStyle/>
        <a:p>
          <a:endParaRPr lang="en-US"/>
        </a:p>
      </dgm:t>
    </dgm:pt>
    <dgm:pt modelId="{99AF125B-8A5B-4C45-984A-78553BC4F261}" type="sibTrans" cxnId="{F9BF5AE2-D762-4733-894E-002035EA7FB3}">
      <dgm:prSet/>
      <dgm:spPr/>
      <dgm:t>
        <a:bodyPr/>
        <a:lstStyle/>
        <a:p>
          <a:endParaRPr lang="en-US"/>
        </a:p>
      </dgm:t>
    </dgm:pt>
    <dgm:pt modelId="{832513D7-9E86-4D79-AB43-068F775CDE78}">
      <dgm:prSet/>
      <dgm:spPr/>
      <dgm:t>
        <a:bodyPr/>
        <a:lstStyle/>
        <a:p>
          <a:r>
            <a:rPr lang="en-IN" dirty="0"/>
            <a:t>R² Test: </a:t>
          </a:r>
          <a:r>
            <a:rPr lang="en-IN" b="1" dirty="0"/>
            <a:t>0.39–0.46</a:t>
          </a:r>
          <a:endParaRPr lang="en-US" dirty="0"/>
        </a:p>
      </dgm:t>
    </dgm:pt>
    <dgm:pt modelId="{9AEF3C6E-0311-4632-994F-E62DC2D04A0F}" type="parTrans" cxnId="{B4A06010-FF49-4C94-BD3F-A05BC800DB67}">
      <dgm:prSet/>
      <dgm:spPr/>
      <dgm:t>
        <a:bodyPr/>
        <a:lstStyle/>
        <a:p>
          <a:endParaRPr lang="en-US"/>
        </a:p>
      </dgm:t>
    </dgm:pt>
    <dgm:pt modelId="{381EE274-119B-4446-8B5D-6A85CE312F44}" type="sibTrans" cxnId="{B4A06010-FF49-4C94-BD3F-A05BC800DB67}">
      <dgm:prSet/>
      <dgm:spPr/>
      <dgm:t>
        <a:bodyPr/>
        <a:lstStyle/>
        <a:p>
          <a:endParaRPr lang="en-US"/>
        </a:p>
      </dgm:t>
    </dgm:pt>
    <dgm:pt modelId="{EF5C4E41-1F08-438B-8962-BDAE7423EF34}">
      <dgm:prSet/>
      <dgm:spPr/>
      <dgm:t>
        <a:bodyPr/>
        <a:lstStyle/>
        <a:p>
          <a:r>
            <a:rPr lang="en-IN" b="1"/>
            <a:t>2. Random Forest Regressor</a:t>
          </a:r>
          <a:endParaRPr lang="en-US"/>
        </a:p>
      </dgm:t>
    </dgm:pt>
    <dgm:pt modelId="{C1F9766A-831C-4B1D-B437-7AC1A2573A96}" type="parTrans" cxnId="{885555E0-4EAD-42B4-B413-CFDB41936966}">
      <dgm:prSet/>
      <dgm:spPr/>
      <dgm:t>
        <a:bodyPr/>
        <a:lstStyle/>
        <a:p>
          <a:endParaRPr lang="en-US"/>
        </a:p>
      </dgm:t>
    </dgm:pt>
    <dgm:pt modelId="{EC70768B-3889-4AF4-B115-FF54BF4C804F}" type="sibTrans" cxnId="{885555E0-4EAD-42B4-B413-CFDB41936966}">
      <dgm:prSet/>
      <dgm:spPr/>
      <dgm:t>
        <a:bodyPr/>
        <a:lstStyle/>
        <a:p>
          <a:endParaRPr lang="en-US"/>
        </a:p>
      </dgm:t>
    </dgm:pt>
    <dgm:pt modelId="{9531AE1D-7D71-4673-8E90-E92FFF553611}">
      <dgm:prSet/>
      <dgm:spPr/>
      <dgm:t>
        <a:bodyPr/>
        <a:lstStyle/>
        <a:p>
          <a:r>
            <a:rPr lang="en-IN"/>
            <a:t>Captures complex relationships</a:t>
          </a:r>
          <a:endParaRPr lang="en-US"/>
        </a:p>
      </dgm:t>
    </dgm:pt>
    <dgm:pt modelId="{FB9C1D43-5FA0-47EA-8F3E-9543A274B000}" type="parTrans" cxnId="{7BC2470C-7246-4495-A26C-EF622E69FB59}">
      <dgm:prSet/>
      <dgm:spPr/>
      <dgm:t>
        <a:bodyPr/>
        <a:lstStyle/>
        <a:p>
          <a:endParaRPr lang="en-US"/>
        </a:p>
      </dgm:t>
    </dgm:pt>
    <dgm:pt modelId="{35B98ED3-D873-4D42-929B-89F5099728B9}" type="sibTrans" cxnId="{7BC2470C-7246-4495-A26C-EF622E69FB59}">
      <dgm:prSet/>
      <dgm:spPr/>
      <dgm:t>
        <a:bodyPr/>
        <a:lstStyle/>
        <a:p>
          <a:endParaRPr lang="en-US"/>
        </a:p>
      </dgm:t>
    </dgm:pt>
    <dgm:pt modelId="{55851813-AF43-4AAB-99FA-98CF77D50382}">
      <dgm:prSet/>
      <dgm:spPr/>
      <dgm:t>
        <a:bodyPr/>
        <a:lstStyle/>
        <a:p>
          <a:r>
            <a:rPr lang="en-IN"/>
            <a:t>R² Test: </a:t>
          </a:r>
          <a:r>
            <a:rPr lang="en-IN" b="1"/>
            <a:t>0.955</a:t>
          </a:r>
          <a:endParaRPr lang="en-US"/>
        </a:p>
      </dgm:t>
    </dgm:pt>
    <dgm:pt modelId="{A5AD98EE-8008-4FF8-8EE5-CB397F923249}" type="parTrans" cxnId="{08326C88-0B4F-45E9-9A3A-5FDE7A825529}">
      <dgm:prSet/>
      <dgm:spPr/>
      <dgm:t>
        <a:bodyPr/>
        <a:lstStyle/>
        <a:p>
          <a:endParaRPr lang="en-US"/>
        </a:p>
      </dgm:t>
    </dgm:pt>
    <dgm:pt modelId="{BB07DBD0-529D-48A3-803C-681E6FDF95A8}" type="sibTrans" cxnId="{08326C88-0B4F-45E9-9A3A-5FDE7A825529}">
      <dgm:prSet/>
      <dgm:spPr/>
      <dgm:t>
        <a:bodyPr/>
        <a:lstStyle/>
        <a:p>
          <a:endParaRPr lang="en-US"/>
        </a:p>
      </dgm:t>
    </dgm:pt>
    <dgm:pt modelId="{412ABA96-CCA3-491E-B64D-480C209CE42F}">
      <dgm:prSet/>
      <dgm:spPr/>
      <dgm:t>
        <a:bodyPr/>
        <a:lstStyle/>
        <a:p>
          <a:r>
            <a:rPr lang="en-IN"/>
            <a:t>RMSE: </a:t>
          </a:r>
          <a:r>
            <a:rPr lang="en-IN" b="1"/>
            <a:t>0.322</a:t>
          </a:r>
          <a:endParaRPr lang="en-US"/>
        </a:p>
      </dgm:t>
    </dgm:pt>
    <dgm:pt modelId="{E7C95479-3105-41A4-97C4-38E0F2743BF9}" type="parTrans" cxnId="{DC5806A8-6888-46FB-9C9E-F254FD546A62}">
      <dgm:prSet/>
      <dgm:spPr/>
      <dgm:t>
        <a:bodyPr/>
        <a:lstStyle/>
        <a:p>
          <a:endParaRPr lang="en-US"/>
        </a:p>
      </dgm:t>
    </dgm:pt>
    <dgm:pt modelId="{25C73BF1-5F61-44E0-A662-AF9640C883CD}" type="sibTrans" cxnId="{DC5806A8-6888-46FB-9C9E-F254FD546A62}">
      <dgm:prSet/>
      <dgm:spPr/>
      <dgm:t>
        <a:bodyPr/>
        <a:lstStyle/>
        <a:p>
          <a:endParaRPr lang="en-US"/>
        </a:p>
      </dgm:t>
    </dgm:pt>
    <dgm:pt modelId="{DB597E96-7673-4833-BC4B-666DF201E529}">
      <dgm:prSet/>
      <dgm:spPr/>
      <dgm:t>
        <a:bodyPr/>
        <a:lstStyle/>
        <a:p>
          <a:r>
            <a:rPr lang="en-IN" b="1"/>
            <a:t>3. XGBoost Regressor</a:t>
          </a:r>
          <a:endParaRPr lang="en-US"/>
        </a:p>
      </dgm:t>
    </dgm:pt>
    <dgm:pt modelId="{552A056C-8C28-4421-8758-41CC0574FE6C}" type="parTrans" cxnId="{213B3A52-BC31-483C-B70D-0870CB478064}">
      <dgm:prSet/>
      <dgm:spPr/>
      <dgm:t>
        <a:bodyPr/>
        <a:lstStyle/>
        <a:p>
          <a:endParaRPr lang="en-US"/>
        </a:p>
      </dgm:t>
    </dgm:pt>
    <dgm:pt modelId="{6ABAD06C-9CCF-4929-8961-F4DAD0B3F5DD}" type="sibTrans" cxnId="{213B3A52-BC31-483C-B70D-0870CB478064}">
      <dgm:prSet/>
      <dgm:spPr/>
      <dgm:t>
        <a:bodyPr/>
        <a:lstStyle/>
        <a:p>
          <a:endParaRPr lang="en-US"/>
        </a:p>
      </dgm:t>
    </dgm:pt>
    <dgm:pt modelId="{FB8FCD1C-3E54-4735-AF88-AE649CE0C057}">
      <dgm:prSet/>
      <dgm:spPr/>
      <dgm:t>
        <a:bodyPr/>
        <a:lstStyle/>
        <a:p>
          <a:r>
            <a:rPr lang="en-IN"/>
            <a:t>Most powerful boosting model</a:t>
          </a:r>
          <a:endParaRPr lang="en-US"/>
        </a:p>
      </dgm:t>
    </dgm:pt>
    <dgm:pt modelId="{D775DEFE-36FA-4D53-AA54-435974429DE5}" type="parTrans" cxnId="{658DC627-420A-4282-A18E-D2CC2EA2611C}">
      <dgm:prSet/>
      <dgm:spPr/>
      <dgm:t>
        <a:bodyPr/>
        <a:lstStyle/>
        <a:p>
          <a:endParaRPr lang="en-US"/>
        </a:p>
      </dgm:t>
    </dgm:pt>
    <dgm:pt modelId="{33CE180D-4DB8-4A86-8C9D-D9CC0C50AA58}" type="sibTrans" cxnId="{658DC627-420A-4282-A18E-D2CC2EA2611C}">
      <dgm:prSet/>
      <dgm:spPr/>
      <dgm:t>
        <a:bodyPr/>
        <a:lstStyle/>
        <a:p>
          <a:endParaRPr lang="en-US"/>
        </a:p>
      </dgm:t>
    </dgm:pt>
    <dgm:pt modelId="{D8992B87-4042-4600-ADFF-FE02D59DF17F}">
      <dgm:prSet/>
      <dgm:spPr/>
      <dgm:t>
        <a:bodyPr/>
        <a:lstStyle/>
        <a:p>
          <a:r>
            <a:rPr lang="en-IN"/>
            <a:t>R² Test: </a:t>
          </a:r>
          <a:r>
            <a:rPr lang="en-IN" b="1"/>
            <a:t>0.9578</a:t>
          </a:r>
          <a:endParaRPr lang="en-US"/>
        </a:p>
      </dgm:t>
    </dgm:pt>
    <dgm:pt modelId="{1BD5EF41-42A6-40F8-9B47-83DB1ACE3D8E}" type="parTrans" cxnId="{FF80C804-E372-4B2C-ABDF-C9D3FA6E946D}">
      <dgm:prSet/>
      <dgm:spPr/>
      <dgm:t>
        <a:bodyPr/>
        <a:lstStyle/>
        <a:p>
          <a:endParaRPr lang="en-US"/>
        </a:p>
      </dgm:t>
    </dgm:pt>
    <dgm:pt modelId="{C0FCAF40-B168-4054-A368-21DFEE7978A8}" type="sibTrans" cxnId="{FF80C804-E372-4B2C-ABDF-C9D3FA6E946D}">
      <dgm:prSet/>
      <dgm:spPr/>
      <dgm:t>
        <a:bodyPr/>
        <a:lstStyle/>
        <a:p>
          <a:endParaRPr lang="en-US"/>
        </a:p>
      </dgm:t>
    </dgm:pt>
    <dgm:pt modelId="{1294F9E4-C063-443F-8390-214E98569E66}">
      <dgm:prSet/>
      <dgm:spPr/>
      <dgm:t>
        <a:bodyPr/>
        <a:lstStyle/>
        <a:p>
          <a:r>
            <a:rPr lang="en-IN"/>
            <a:t>RMSE: </a:t>
          </a:r>
          <a:r>
            <a:rPr lang="en-IN" b="1"/>
            <a:t>0.3100</a:t>
          </a:r>
          <a:endParaRPr lang="en-US"/>
        </a:p>
      </dgm:t>
    </dgm:pt>
    <dgm:pt modelId="{7B61CD69-9630-4452-A1DD-528894AD8808}" type="parTrans" cxnId="{B6FD840E-B5D3-4ECB-9ED4-4483B56FB166}">
      <dgm:prSet/>
      <dgm:spPr/>
      <dgm:t>
        <a:bodyPr/>
        <a:lstStyle/>
        <a:p>
          <a:endParaRPr lang="en-US"/>
        </a:p>
      </dgm:t>
    </dgm:pt>
    <dgm:pt modelId="{9C5099A1-5FD4-44F8-A5DE-B7DE9016893B}" type="sibTrans" cxnId="{B6FD840E-B5D3-4ECB-9ED4-4483B56FB166}">
      <dgm:prSet/>
      <dgm:spPr/>
      <dgm:t>
        <a:bodyPr/>
        <a:lstStyle/>
        <a:p>
          <a:endParaRPr lang="en-US"/>
        </a:p>
      </dgm:t>
    </dgm:pt>
    <dgm:pt modelId="{CEB48C1D-CEC3-4B90-A620-6CCF5EA8A29A}">
      <dgm:prSet/>
      <dgm:spPr/>
      <dgm:t>
        <a:bodyPr/>
        <a:lstStyle/>
        <a:p>
          <a:pPr>
            <a:buSzPct val="120000"/>
            <a:buFont typeface="Arial" panose="020B0604020202020204" pitchFamily="34" charset="0"/>
            <a:buChar char="•"/>
          </a:pPr>
          <a:r>
            <a:rPr lang="en-IN" dirty="0"/>
            <a:t>RMSE: </a:t>
          </a:r>
          <a:r>
            <a:rPr lang="en-IN" b="1" dirty="0"/>
            <a:t>1.10–1.17</a:t>
          </a:r>
          <a:endParaRPr lang="en-US" b="1" dirty="0"/>
        </a:p>
      </dgm:t>
    </dgm:pt>
    <dgm:pt modelId="{358B59E7-C5EC-46EB-A177-BAAE4304A9F3}" type="parTrans" cxnId="{59B90C0B-4750-42B4-8167-5247551D1346}">
      <dgm:prSet/>
      <dgm:spPr/>
      <dgm:t>
        <a:bodyPr/>
        <a:lstStyle/>
        <a:p>
          <a:endParaRPr lang="en-IN"/>
        </a:p>
      </dgm:t>
    </dgm:pt>
    <dgm:pt modelId="{D8783486-308F-42BB-B1D9-4DD479CA96F1}" type="sibTrans" cxnId="{59B90C0B-4750-42B4-8167-5247551D1346}">
      <dgm:prSet/>
      <dgm:spPr/>
      <dgm:t>
        <a:bodyPr/>
        <a:lstStyle/>
        <a:p>
          <a:endParaRPr lang="en-IN"/>
        </a:p>
      </dgm:t>
    </dgm:pt>
    <dgm:pt modelId="{1DEDDF15-7306-4202-81FB-2036E3E27C8F}" type="pres">
      <dgm:prSet presAssocID="{343E0B9C-9845-4F30-AA2F-33AFB9AB6525}" presName="linear" presStyleCnt="0">
        <dgm:presLayoutVars>
          <dgm:dir/>
          <dgm:animLvl val="lvl"/>
          <dgm:resizeHandles val="exact"/>
        </dgm:presLayoutVars>
      </dgm:prSet>
      <dgm:spPr/>
    </dgm:pt>
    <dgm:pt modelId="{B1A2A8FB-B4CD-4FBE-A4BB-CFC8051687B4}" type="pres">
      <dgm:prSet presAssocID="{E0748B32-1385-4F2B-9154-089E653D4ECE}" presName="parentLin" presStyleCnt="0"/>
      <dgm:spPr/>
    </dgm:pt>
    <dgm:pt modelId="{53380ECB-9FB7-4B23-A223-331DA0E66A46}" type="pres">
      <dgm:prSet presAssocID="{E0748B32-1385-4F2B-9154-089E653D4ECE}" presName="parentLeftMargin" presStyleLbl="node1" presStyleIdx="0" presStyleCnt="3"/>
      <dgm:spPr/>
    </dgm:pt>
    <dgm:pt modelId="{88173751-3808-49A1-A833-F968670E4381}" type="pres">
      <dgm:prSet presAssocID="{E0748B32-1385-4F2B-9154-089E653D4EC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A7ECC99-A6EF-4C33-8425-38DF07B7F702}" type="pres">
      <dgm:prSet presAssocID="{E0748B32-1385-4F2B-9154-089E653D4ECE}" presName="negativeSpace" presStyleCnt="0"/>
      <dgm:spPr/>
    </dgm:pt>
    <dgm:pt modelId="{13F644F8-3B61-428D-86A7-4E3D49661EE9}" type="pres">
      <dgm:prSet presAssocID="{E0748B32-1385-4F2B-9154-089E653D4ECE}" presName="childText" presStyleLbl="conFgAcc1" presStyleIdx="0" presStyleCnt="3">
        <dgm:presLayoutVars>
          <dgm:bulletEnabled val="1"/>
        </dgm:presLayoutVars>
      </dgm:prSet>
      <dgm:spPr/>
    </dgm:pt>
    <dgm:pt modelId="{37B5B3AA-33A3-48DA-8964-52E56576253D}" type="pres">
      <dgm:prSet presAssocID="{7BA50E38-4B93-47AF-8028-44290D5DE631}" presName="spaceBetweenRectangles" presStyleCnt="0"/>
      <dgm:spPr/>
    </dgm:pt>
    <dgm:pt modelId="{24B96AE2-03DA-4B1F-8736-E1CE80C5006D}" type="pres">
      <dgm:prSet presAssocID="{EF5C4E41-1F08-438B-8962-BDAE7423EF34}" presName="parentLin" presStyleCnt="0"/>
      <dgm:spPr/>
    </dgm:pt>
    <dgm:pt modelId="{163CBC4A-B1D5-4C7E-A216-FE0E3D726EB1}" type="pres">
      <dgm:prSet presAssocID="{EF5C4E41-1F08-438B-8962-BDAE7423EF34}" presName="parentLeftMargin" presStyleLbl="node1" presStyleIdx="0" presStyleCnt="3"/>
      <dgm:spPr/>
    </dgm:pt>
    <dgm:pt modelId="{58FF6E17-3AFD-495B-A26A-BD29A87A0B59}" type="pres">
      <dgm:prSet presAssocID="{EF5C4E41-1F08-438B-8962-BDAE7423EF3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15DA91D-0C2D-42A1-9C08-2DE8379D2938}" type="pres">
      <dgm:prSet presAssocID="{EF5C4E41-1F08-438B-8962-BDAE7423EF34}" presName="negativeSpace" presStyleCnt="0"/>
      <dgm:spPr/>
    </dgm:pt>
    <dgm:pt modelId="{04251E54-B4FE-4497-B56A-72A13DD0BE76}" type="pres">
      <dgm:prSet presAssocID="{EF5C4E41-1F08-438B-8962-BDAE7423EF34}" presName="childText" presStyleLbl="conFgAcc1" presStyleIdx="1" presStyleCnt="3">
        <dgm:presLayoutVars>
          <dgm:bulletEnabled val="1"/>
        </dgm:presLayoutVars>
      </dgm:prSet>
      <dgm:spPr/>
    </dgm:pt>
    <dgm:pt modelId="{759C3BBF-E8BE-4110-8D71-6C7D66F86A76}" type="pres">
      <dgm:prSet presAssocID="{EC70768B-3889-4AF4-B115-FF54BF4C804F}" presName="spaceBetweenRectangles" presStyleCnt="0"/>
      <dgm:spPr/>
    </dgm:pt>
    <dgm:pt modelId="{6E670A28-A12A-46EE-8F06-5CC93BFF0BF0}" type="pres">
      <dgm:prSet presAssocID="{DB597E96-7673-4833-BC4B-666DF201E529}" presName="parentLin" presStyleCnt="0"/>
      <dgm:spPr/>
    </dgm:pt>
    <dgm:pt modelId="{DB809F2C-B918-456D-A61C-2107B02E9981}" type="pres">
      <dgm:prSet presAssocID="{DB597E96-7673-4833-BC4B-666DF201E529}" presName="parentLeftMargin" presStyleLbl="node1" presStyleIdx="1" presStyleCnt="3"/>
      <dgm:spPr/>
    </dgm:pt>
    <dgm:pt modelId="{4D0F3543-A3FF-4F40-A65A-AE4AB1CC6875}" type="pres">
      <dgm:prSet presAssocID="{DB597E96-7673-4833-BC4B-666DF201E52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7C160C4-243A-420F-A9BD-8496D6D01D0C}" type="pres">
      <dgm:prSet presAssocID="{DB597E96-7673-4833-BC4B-666DF201E529}" presName="negativeSpace" presStyleCnt="0"/>
      <dgm:spPr/>
    </dgm:pt>
    <dgm:pt modelId="{3D51687E-57B2-415E-BE01-C7A37A83DEA8}" type="pres">
      <dgm:prSet presAssocID="{DB597E96-7673-4833-BC4B-666DF201E52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F80C804-E372-4B2C-ABDF-C9D3FA6E946D}" srcId="{DB597E96-7673-4833-BC4B-666DF201E529}" destId="{D8992B87-4042-4600-ADFF-FE02D59DF17F}" srcOrd="1" destOrd="0" parTransId="{1BD5EF41-42A6-40F8-9B47-83DB1ACE3D8E}" sibTransId="{C0FCAF40-B168-4054-A368-21DFEE7978A8}"/>
    <dgm:cxn modelId="{514B0B09-0B4E-4333-822C-A4247E7DB3F4}" type="presOf" srcId="{FB8FCD1C-3E54-4735-AF88-AE649CE0C057}" destId="{3D51687E-57B2-415E-BE01-C7A37A83DEA8}" srcOrd="0" destOrd="0" presId="urn:microsoft.com/office/officeart/2005/8/layout/list1"/>
    <dgm:cxn modelId="{59B90C0B-4750-42B4-8167-5247551D1346}" srcId="{E0748B32-1385-4F2B-9154-089E653D4ECE}" destId="{CEB48C1D-CEC3-4B90-A620-6CCF5EA8A29A}" srcOrd="3" destOrd="0" parTransId="{358B59E7-C5EC-46EB-A177-BAAE4304A9F3}" sibTransId="{D8783486-308F-42BB-B1D9-4DD479CA96F1}"/>
    <dgm:cxn modelId="{7BC2470C-7246-4495-A26C-EF622E69FB59}" srcId="{EF5C4E41-1F08-438B-8962-BDAE7423EF34}" destId="{9531AE1D-7D71-4673-8E90-E92FFF553611}" srcOrd="0" destOrd="0" parTransId="{FB9C1D43-5FA0-47EA-8F3E-9543A274B000}" sibTransId="{35B98ED3-D873-4D42-929B-89F5099728B9}"/>
    <dgm:cxn modelId="{B6FD840E-B5D3-4ECB-9ED4-4483B56FB166}" srcId="{DB597E96-7673-4833-BC4B-666DF201E529}" destId="{1294F9E4-C063-443F-8390-214E98569E66}" srcOrd="2" destOrd="0" parTransId="{7B61CD69-9630-4452-A1DD-528894AD8808}" sibTransId="{9C5099A1-5FD4-44F8-A5DE-B7DE9016893B}"/>
    <dgm:cxn modelId="{B4A06010-FF49-4C94-BD3F-A05BC800DB67}" srcId="{E0748B32-1385-4F2B-9154-089E653D4ECE}" destId="{832513D7-9E86-4D79-AB43-068F775CDE78}" srcOrd="2" destOrd="0" parTransId="{9AEF3C6E-0311-4632-994F-E62DC2D04A0F}" sibTransId="{381EE274-119B-4446-8B5D-6A85CE312F44}"/>
    <dgm:cxn modelId="{560A0E17-80D6-42AA-87B3-511F13C12188}" srcId="{343E0B9C-9845-4F30-AA2F-33AFB9AB6525}" destId="{E0748B32-1385-4F2B-9154-089E653D4ECE}" srcOrd="0" destOrd="0" parTransId="{F1EC4449-8AED-4CE0-A783-521B8F3BD982}" sibTransId="{7BA50E38-4B93-47AF-8028-44290D5DE631}"/>
    <dgm:cxn modelId="{C96D3921-3C91-4345-876C-6AB04F9F02EB}" type="presOf" srcId="{EF5C4E41-1F08-438B-8962-BDAE7423EF34}" destId="{163CBC4A-B1D5-4C7E-A216-FE0E3D726EB1}" srcOrd="0" destOrd="0" presId="urn:microsoft.com/office/officeart/2005/8/layout/list1"/>
    <dgm:cxn modelId="{658DC627-420A-4282-A18E-D2CC2EA2611C}" srcId="{DB597E96-7673-4833-BC4B-666DF201E529}" destId="{FB8FCD1C-3E54-4735-AF88-AE649CE0C057}" srcOrd="0" destOrd="0" parTransId="{D775DEFE-36FA-4D53-AA54-435974429DE5}" sibTransId="{33CE180D-4DB8-4A86-8C9D-D9CC0C50AA58}"/>
    <dgm:cxn modelId="{4A5A8D2E-9A98-4A78-9142-89217A6197A9}" srcId="{E0748B32-1385-4F2B-9154-089E653D4ECE}" destId="{9E84F4F9-9D60-4D4E-8A98-C4FB2AD5669E}" srcOrd="0" destOrd="0" parTransId="{B6322877-9E60-45BF-B504-28CEC48678D6}" sibTransId="{E10F60D0-3741-4073-AF74-31DDAB5902E2}"/>
    <dgm:cxn modelId="{1EDEF337-9C20-4130-A0F5-F78AE85FF316}" type="presOf" srcId="{9531AE1D-7D71-4673-8E90-E92FFF553611}" destId="{04251E54-B4FE-4497-B56A-72A13DD0BE76}" srcOrd="0" destOrd="0" presId="urn:microsoft.com/office/officeart/2005/8/layout/list1"/>
    <dgm:cxn modelId="{855E0F4B-2CD6-4C2F-A42D-E47A48B6578C}" type="presOf" srcId="{CEB48C1D-CEC3-4B90-A620-6CCF5EA8A29A}" destId="{13F644F8-3B61-428D-86A7-4E3D49661EE9}" srcOrd="0" destOrd="3" presId="urn:microsoft.com/office/officeart/2005/8/layout/list1"/>
    <dgm:cxn modelId="{213B3A52-BC31-483C-B70D-0870CB478064}" srcId="{343E0B9C-9845-4F30-AA2F-33AFB9AB6525}" destId="{DB597E96-7673-4833-BC4B-666DF201E529}" srcOrd="2" destOrd="0" parTransId="{552A056C-8C28-4421-8758-41CC0574FE6C}" sibTransId="{6ABAD06C-9CCF-4929-8961-F4DAD0B3F5DD}"/>
    <dgm:cxn modelId="{A794FB77-4E62-42A8-A786-1E62A26F33A1}" type="presOf" srcId="{343E0B9C-9845-4F30-AA2F-33AFB9AB6525}" destId="{1DEDDF15-7306-4202-81FB-2036E3E27C8F}" srcOrd="0" destOrd="0" presId="urn:microsoft.com/office/officeart/2005/8/layout/list1"/>
    <dgm:cxn modelId="{A5DE9F79-1191-439A-97B9-CACF7FCA8F41}" type="presOf" srcId="{D8992B87-4042-4600-ADFF-FE02D59DF17F}" destId="{3D51687E-57B2-415E-BE01-C7A37A83DEA8}" srcOrd="0" destOrd="1" presId="urn:microsoft.com/office/officeart/2005/8/layout/list1"/>
    <dgm:cxn modelId="{08326C88-0B4F-45E9-9A3A-5FDE7A825529}" srcId="{EF5C4E41-1F08-438B-8962-BDAE7423EF34}" destId="{55851813-AF43-4AAB-99FA-98CF77D50382}" srcOrd="1" destOrd="0" parTransId="{A5AD98EE-8008-4FF8-8EE5-CB397F923249}" sibTransId="{BB07DBD0-529D-48A3-803C-681E6FDF95A8}"/>
    <dgm:cxn modelId="{3067D48A-18DE-46E6-9F46-9F5602A775EB}" type="presOf" srcId="{412ABA96-CCA3-491E-B64D-480C209CE42F}" destId="{04251E54-B4FE-4497-B56A-72A13DD0BE76}" srcOrd="0" destOrd="2" presId="urn:microsoft.com/office/officeart/2005/8/layout/list1"/>
    <dgm:cxn modelId="{06C30E90-DC9D-41E9-8765-AB33F69FFF20}" type="presOf" srcId="{DB597E96-7673-4833-BC4B-666DF201E529}" destId="{4D0F3543-A3FF-4F40-A65A-AE4AB1CC6875}" srcOrd="1" destOrd="0" presId="urn:microsoft.com/office/officeart/2005/8/layout/list1"/>
    <dgm:cxn modelId="{B16B4991-012E-4B2E-A6E8-064EAEA6F301}" type="presOf" srcId="{832513D7-9E86-4D79-AB43-068F775CDE78}" destId="{13F644F8-3B61-428D-86A7-4E3D49661EE9}" srcOrd="0" destOrd="2" presId="urn:microsoft.com/office/officeart/2005/8/layout/list1"/>
    <dgm:cxn modelId="{996E699B-45D9-4820-B182-1F70A4B2D1CB}" type="presOf" srcId="{E0748B32-1385-4F2B-9154-089E653D4ECE}" destId="{53380ECB-9FB7-4B23-A223-331DA0E66A46}" srcOrd="0" destOrd="0" presId="urn:microsoft.com/office/officeart/2005/8/layout/list1"/>
    <dgm:cxn modelId="{B08E60A4-1914-470A-9AA8-D1428D5DAE4D}" type="presOf" srcId="{55851813-AF43-4AAB-99FA-98CF77D50382}" destId="{04251E54-B4FE-4497-B56A-72A13DD0BE76}" srcOrd="0" destOrd="1" presId="urn:microsoft.com/office/officeart/2005/8/layout/list1"/>
    <dgm:cxn modelId="{DC5806A8-6888-46FB-9C9E-F254FD546A62}" srcId="{EF5C4E41-1F08-438B-8962-BDAE7423EF34}" destId="{412ABA96-CCA3-491E-B64D-480C209CE42F}" srcOrd="2" destOrd="0" parTransId="{E7C95479-3105-41A4-97C4-38E0F2743BF9}" sibTransId="{25C73BF1-5F61-44E0-A662-AF9640C883CD}"/>
    <dgm:cxn modelId="{8EBA68A9-D6F0-4E8B-B270-A69C7B023671}" type="presOf" srcId="{EF5C4E41-1F08-438B-8962-BDAE7423EF34}" destId="{58FF6E17-3AFD-495B-A26A-BD29A87A0B59}" srcOrd="1" destOrd="0" presId="urn:microsoft.com/office/officeart/2005/8/layout/list1"/>
    <dgm:cxn modelId="{885555E0-4EAD-42B4-B413-CFDB41936966}" srcId="{343E0B9C-9845-4F30-AA2F-33AFB9AB6525}" destId="{EF5C4E41-1F08-438B-8962-BDAE7423EF34}" srcOrd="1" destOrd="0" parTransId="{C1F9766A-831C-4B1D-B437-7AC1A2573A96}" sibTransId="{EC70768B-3889-4AF4-B115-FF54BF4C804F}"/>
    <dgm:cxn modelId="{651742E1-5A0B-4430-A332-413036158B3F}" type="presOf" srcId="{9E84F4F9-9D60-4D4E-8A98-C4FB2AD5669E}" destId="{13F644F8-3B61-428D-86A7-4E3D49661EE9}" srcOrd="0" destOrd="0" presId="urn:microsoft.com/office/officeart/2005/8/layout/list1"/>
    <dgm:cxn modelId="{F9BF5AE2-D762-4733-894E-002035EA7FB3}" srcId="{E0748B32-1385-4F2B-9154-089E653D4ECE}" destId="{914F72F6-A4C9-4C0C-BDE3-003C6DAE83E7}" srcOrd="1" destOrd="0" parTransId="{3376FBD1-7CBD-4AB4-8BFD-DA4F60B99985}" sibTransId="{99AF125B-8A5B-4C45-984A-78553BC4F261}"/>
    <dgm:cxn modelId="{42F552E9-5D01-4016-A0E5-CAE915A2E4E1}" type="presOf" srcId="{1294F9E4-C063-443F-8390-214E98569E66}" destId="{3D51687E-57B2-415E-BE01-C7A37A83DEA8}" srcOrd="0" destOrd="2" presId="urn:microsoft.com/office/officeart/2005/8/layout/list1"/>
    <dgm:cxn modelId="{6817C7EE-D159-4E2E-B4C7-5650A1095CBD}" type="presOf" srcId="{914F72F6-A4C9-4C0C-BDE3-003C6DAE83E7}" destId="{13F644F8-3B61-428D-86A7-4E3D49661EE9}" srcOrd="0" destOrd="1" presId="urn:microsoft.com/office/officeart/2005/8/layout/list1"/>
    <dgm:cxn modelId="{637A92F0-9097-4E7E-8224-1DE98D58D410}" type="presOf" srcId="{DB597E96-7673-4833-BC4B-666DF201E529}" destId="{DB809F2C-B918-456D-A61C-2107B02E9981}" srcOrd="0" destOrd="0" presId="urn:microsoft.com/office/officeart/2005/8/layout/list1"/>
    <dgm:cxn modelId="{9FBA62FD-29AF-47E2-850B-823ECFA004CD}" type="presOf" srcId="{E0748B32-1385-4F2B-9154-089E653D4ECE}" destId="{88173751-3808-49A1-A833-F968670E4381}" srcOrd="1" destOrd="0" presId="urn:microsoft.com/office/officeart/2005/8/layout/list1"/>
    <dgm:cxn modelId="{67575F78-56FE-4C4F-B3EA-5D9C63224A2D}" type="presParOf" srcId="{1DEDDF15-7306-4202-81FB-2036E3E27C8F}" destId="{B1A2A8FB-B4CD-4FBE-A4BB-CFC8051687B4}" srcOrd="0" destOrd="0" presId="urn:microsoft.com/office/officeart/2005/8/layout/list1"/>
    <dgm:cxn modelId="{9E5A0F5A-801F-4CD4-BF81-81811E590609}" type="presParOf" srcId="{B1A2A8FB-B4CD-4FBE-A4BB-CFC8051687B4}" destId="{53380ECB-9FB7-4B23-A223-331DA0E66A46}" srcOrd="0" destOrd="0" presId="urn:microsoft.com/office/officeart/2005/8/layout/list1"/>
    <dgm:cxn modelId="{0865AE7C-A330-4A04-AC99-EB6A13718271}" type="presParOf" srcId="{B1A2A8FB-B4CD-4FBE-A4BB-CFC8051687B4}" destId="{88173751-3808-49A1-A833-F968670E4381}" srcOrd="1" destOrd="0" presId="urn:microsoft.com/office/officeart/2005/8/layout/list1"/>
    <dgm:cxn modelId="{DDE4C4C5-5031-459C-8A6B-4B919E0FA0C0}" type="presParOf" srcId="{1DEDDF15-7306-4202-81FB-2036E3E27C8F}" destId="{FA7ECC99-A6EF-4C33-8425-38DF07B7F702}" srcOrd="1" destOrd="0" presId="urn:microsoft.com/office/officeart/2005/8/layout/list1"/>
    <dgm:cxn modelId="{F0A8167D-8403-4435-B1B2-53B82E4A867F}" type="presParOf" srcId="{1DEDDF15-7306-4202-81FB-2036E3E27C8F}" destId="{13F644F8-3B61-428D-86A7-4E3D49661EE9}" srcOrd="2" destOrd="0" presId="urn:microsoft.com/office/officeart/2005/8/layout/list1"/>
    <dgm:cxn modelId="{866275B4-80F2-4CF6-88E3-F4917A49F2A4}" type="presParOf" srcId="{1DEDDF15-7306-4202-81FB-2036E3E27C8F}" destId="{37B5B3AA-33A3-48DA-8964-52E56576253D}" srcOrd="3" destOrd="0" presId="urn:microsoft.com/office/officeart/2005/8/layout/list1"/>
    <dgm:cxn modelId="{56A06715-4CEE-4DE8-8A0A-FCDC59323EC8}" type="presParOf" srcId="{1DEDDF15-7306-4202-81FB-2036E3E27C8F}" destId="{24B96AE2-03DA-4B1F-8736-E1CE80C5006D}" srcOrd="4" destOrd="0" presId="urn:microsoft.com/office/officeart/2005/8/layout/list1"/>
    <dgm:cxn modelId="{F05768E9-7CA8-4646-8D4E-C9FCB38417E7}" type="presParOf" srcId="{24B96AE2-03DA-4B1F-8736-E1CE80C5006D}" destId="{163CBC4A-B1D5-4C7E-A216-FE0E3D726EB1}" srcOrd="0" destOrd="0" presId="urn:microsoft.com/office/officeart/2005/8/layout/list1"/>
    <dgm:cxn modelId="{91E88EFB-C411-4550-8370-41E21362CA33}" type="presParOf" srcId="{24B96AE2-03DA-4B1F-8736-E1CE80C5006D}" destId="{58FF6E17-3AFD-495B-A26A-BD29A87A0B59}" srcOrd="1" destOrd="0" presId="urn:microsoft.com/office/officeart/2005/8/layout/list1"/>
    <dgm:cxn modelId="{3D77399D-A72D-42E6-9EDB-E6206CA320B2}" type="presParOf" srcId="{1DEDDF15-7306-4202-81FB-2036E3E27C8F}" destId="{A15DA91D-0C2D-42A1-9C08-2DE8379D2938}" srcOrd="5" destOrd="0" presId="urn:microsoft.com/office/officeart/2005/8/layout/list1"/>
    <dgm:cxn modelId="{FA026D49-B3E2-4A49-BBC0-450F8767DC2C}" type="presParOf" srcId="{1DEDDF15-7306-4202-81FB-2036E3E27C8F}" destId="{04251E54-B4FE-4497-B56A-72A13DD0BE76}" srcOrd="6" destOrd="0" presId="urn:microsoft.com/office/officeart/2005/8/layout/list1"/>
    <dgm:cxn modelId="{250287A2-C3D5-446B-8045-4C1A3302CB62}" type="presParOf" srcId="{1DEDDF15-7306-4202-81FB-2036E3E27C8F}" destId="{759C3BBF-E8BE-4110-8D71-6C7D66F86A76}" srcOrd="7" destOrd="0" presId="urn:microsoft.com/office/officeart/2005/8/layout/list1"/>
    <dgm:cxn modelId="{3C21A65D-7F25-4FB1-AB07-77EAA02C36AA}" type="presParOf" srcId="{1DEDDF15-7306-4202-81FB-2036E3E27C8F}" destId="{6E670A28-A12A-46EE-8F06-5CC93BFF0BF0}" srcOrd="8" destOrd="0" presId="urn:microsoft.com/office/officeart/2005/8/layout/list1"/>
    <dgm:cxn modelId="{BC221E3B-464F-46A6-A244-0F644CC277CB}" type="presParOf" srcId="{6E670A28-A12A-46EE-8F06-5CC93BFF0BF0}" destId="{DB809F2C-B918-456D-A61C-2107B02E9981}" srcOrd="0" destOrd="0" presId="urn:microsoft.com/office/officeart/2005/8/layout/list1"/>
    <dgm:cxn modelId="{7AB37B7F-C1DF-4B28-A7F4-24410A5948C2}" type="presParOf" srcId="{6E670A28-A12A-46EE-8F06-5CC93BFF0BF0}" destId="{4D0F3543-A3FF-4F40-A65A-AE4AB1CC6875}" srcOrd="1" destOrd="0" presId="urn:microsoft.com/office/officeart/2005/8/layout/list1"/>
    <dgm:cxn modelId="{D939390D-27AB-4DC1-82F9-EBD49670FAB0}" type="presParOf" srcId="{1DEDDF15-7306-4202-81FB-2036E3E27C8F}" destId="{17C160C4-243A-420F-A9BD-8496D6D01D0C}" srcOrd="9" destOrd="0" presId="urn:microsoft.com/office/officeart/2005/8/layout/list1"/>
    <dgm:cxn modelId="{28552EA8-2B87-45E2-A365-3D4738E7F3D6}" type="presParOf" srcId="{1DEDDF15-7306-4202-81FB-2036E3E27C8F}" destId="{3D51687E-57B2-415E-BE01-C7A37A83DEA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D9201-DD8A-4A0D-BF43-FD39CA4D1B9B}">
      <dsp:nvSpPr>
        <dsp:cNvPr id="0" name=""/>
        <dsp:cNvSpPr/>
      </dsp:nvSpPr>
      <dsp:spPr>
        <a:xfrm>
          <a:off x="0" y="1409"/>
          <a:ext cx="7886700" cy="6006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CED3BC-9CCE-42CE-8B62-BC78C8B6B124}">
      <dsp:nvSpPr>
        <dsp:cNvPr id="0" name=""/>
        <dsp:cNvSpPr/>
      </dsp:nvSpPr>
      <dsp:spPr>
        <a:xfrm>
          <a:off x="181696" y="136555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B1F01-F544-42AD-8647-642636A49F9A}">
      <dsp:nvSpPr>
        <dsp:cNvPr id="0" name=""/>
        <dsp:cNvSpPr/>
      </dsp:nvSpPr>
      <dsp:spPr>
        <a:xfrm>
          <a:off x="693749" y="1409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Overview of the project, importance of rating prediction, and role of ML models</a:t>
          </a:r>
        </a:p>
      </dsp:txBody>
      <dsp:txXfrm>
        <a:off x="693749" y="1409"/>
        <a:ext cx="7192950" cy="600648"/>
      </dsp:txXfrm>
    </dsp:sp>
    <dsp:sp modelId="{C29C1AC3-5719-41A5-9DCB-843806FC9EE8}">
      <dsp:nvSpPr>
        <dsp:cNvPr id="0" name=""/>
        <dsp:cNvSpPr/>
      </dsp:nvSpPr>
      <dsp:spPr>
        <a:xfrm>
          <a:off x="0" y="752220"/>
          <a:ext cx="7886700" cy="6006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8ED13-A18E-4026-8627-458D828CB033}">
      <dsp:nvSpPr>
        <dsp:cNvPr id="0" name=""/>
        <dsp:cNvSpPr/>
      </dsp:nvSpPr>
      <dsp:spPr>
        <a:xfrm>
          <a:off x="181696" y="887366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1F533-A2E3-4184-9857-9C3F526DA713}">
      <dsp:nvSpPr>
        <dsp:cNvPr id="0" name=""/>
        <dsp:cNvSpPr/>
      </dsp:nvSpPr>
      <dsp:spPr>
        <a:xfrm>
          <a:off x="693749" y="752220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Online food delivery platforms rely heavily on restaurant ratings.</a:t>
          </a:r>
        </a:p>
      </dsp:txBody>
      <dsp:txXfrm>
        <a:off x="693749" y="752220"/>
        <a:ext cx="7192950" cy="600648"/>
      </dsp:txXfrm>
    </dsp:sp>
    <dsp:sp modelId="{B532C00B-277C-4D11-9470-A47708CC44CF}">
      <dsp:nvSpPr>
        <dsp:cNvPr id="0" name=""/>
        <dsp:cNvSpPr/>
      </dsp:nvSpPr>
      <dsp:spPr>
        <a:xfrm>
          <a:off x="0" y="1503031"/>
          <a:ext cx="7886700" cy="6006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2CEF16-66A0-40F0-BA79-B760252C60F8}">
      <dsp:nvSpPr>
        <dsp:cNvPr id="0" name=""/>
        <dsp:cNvSpPr/>
      </dsp:nvSpPr>
      <dsp:spPr>
        <a:xfrm>
          <a:off x="181696" y="1638177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DCC73-4874-4331-AFAC-79489AB23345}">
      <dsp:nvSpPr>
        <dsp:cNvPr id="0" name=""/>
        <dsp:cNvSpPr/>
      </dsp:nvSpPr>
      <dsp:spPr>
        <a:xfrm>
          <a:off x="693749" y="1503031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dataset includes cuisines, cost, city, service options, and customer votes.</a:t>
          </a:r>
        </a:p>
      </dsp:txBody>
      <dsp:txXfrm>
        <a:off x="693749" y="1503031"/>
        <a:ext cx="7192950" cy="600648"/>
      </dsp:txXfrm>
    </dsp:sp>
    <dsp:sp modelId="{6F97013C-8F7C-4746-B1F8-D746EBDA5C37}">
      <dsp:nvSpPr>
        <dsp:cNvPr id="0" name=""/>
        <dsp:cNvSpPr/>
      </dsp:nvSpPr>
      <dsp:spPr>
        <a:xfrm>
          <a:off x="0" y="2253843"/>
          <a:ext cx="7886700" cy="6006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F20DF-93CA-45B3-99F5-D4FDF80AB58C}">
      <dsp:nvSpPr>
        <dsp:cNvPr id="0" name=""/>
        <dsp:cNvSpPr/>
      </dsp:nvSpPr>
      <dsp:spPr>
        <a:xfrm>
          <a:off x="181696" y="2388989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78429-24D0-4A66-B466-3AF58CA69203}">
      <dsp:nvSpPr>
        <dsp:cNvPr id="0" name=""/>
        <dsp:cNvSpPr/>
      </dsp:nvSpPr>
      <dsp:spPr>
        <a:xfrm>
          <a:off x="693749" y="2253843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ML models predict ratings based on structured restaurant attributes.</a:t>
          </a:r>
        </a:p>
      </dsp:txBody>
      <dsp:txXfrm>
        <a:off x="693749" y="2253843"/>
        <a:ext cx="7192950" cy="600648"/>
      </dsp:txXfrm>
    </dsp:sp>
    <dsp:sp modelId="{17B061E9-9810-4063-9184-8DCF317D1DE8}">
      <dsp:nvSpPr>
        <dsp:cNvPr id="0" name=""/>
        <dsp:cNvSpPr/>
      </dsp:nvSpPr>
      <dsp:spPr>
        <a:xfrm>
          <a:off x="0" y="3004654"/>
          <a:ext cx="7886700" cy="6006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343AEB-ADBD-4565-9F6D-328428165B14}">
      <dsp:nvSpPr>
        <dsp:cNvPr id="0" name=""/>
        <dsp:cNvSpPr/>
      </dsp:nvSpPr>
      <dsp:spPr>
        <a:xfrm>
          <a:off x="181696" y="3139800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2757A-4AF1-48CA-915A-C9199BD73CFF}">
      <dsp:nvSpPr>
        <dsp:cNvPr id="0" name=""/>
        <dsp:cNvSpPr/>
      </dsp:nvSpPr>
      <dsp:spPr>
        <a:xfrm>
          <a:off x="693749" y="3004654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XGBoost achieved the </a:t>
          </a:r>
          <a:r>
            <a:rPr lang="en-US" sz="1500" b="1" kern="1200"/>
            <a:t>best accuracy</a:t>
          </a:r>
          <a:r>
            <a:rPr lang="en-US" sz="1500" kern="1200"/>
            <a:t> with an RMSE of </a:t>
          </a:r>
          <a:r>
            <a:rPr lang="en-US" sz="1500" b="1" kern="1200"/>
            <a:t>0.3100</a:t>
          </a:r>
          <a:r>
            <a:rPr lang="en-US" sz="1500" kern="1200"/>
            <a:t>.</a:t>
          </a:r>
        </a:p>
      </dsp:txBody>
      <dsp:txXfrm>
        <a:off x="693749" y="3004654"/>
        <a:ext cx="7192950" cy="600648"/>
      </dsp:txXfrm>
    </dsp:sp>
    <dsp:sp modelId="{68EA313D-F7EB-41F1-9BD6-31AEB57E5F26}">
      <dsp:nvSpPr>
        <dsp:cNvPr id="0" name=""/>
        <dsp:cNvSpPr/>
      </dsp:nvSpPr>
      <dsp:spPr>
        <a:xfrm>
          <a:off x="0" y="3755465"/>
          <a:ext cx="7886700" cy="6006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CD6221-B2AB-49B3-827F-C186EDD53773}">
      <dsp:nvSpPr>
        <dsp:cNvPr id="0" name=""/>
        <dsp:cNvSpPr/>
      </dsp:nvSpPr>
      <dsp:spPr>
        <a:xfrm>
          <a:off x="181696" y="3890611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88C09-A72F-4D53-A453-A05FCE1A45DF}">
      <dsp:nvSpPr>
        <dsp:cNvPr id="0" name=""/>
        <dsp:cNvSpPr/>
      </dsp:nvSpPr>
      <dsp:spPr>
        <a:xfrm>
          <a:off x="693749" y="3755465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project helps customers, restaurants, and food-tech platforms make better decisions.</a:t>
          </a:r>
        </a:p>
      </dsp:txBody>
      <dsp:txXfrm>
        <a:off x="693749" y="3755465"/>
        <a:ext cx="7192950" cy="600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5D732-0123-4A74-AF58-7A98339149B5}">
      <dsp:nvSpPr>
        <dsp:cNvPr id="0" name=""/>
        <dsp:cNvSpPr/>
      </dsp:nvSpPr>
      <dsp:spPr>
        <a:xfrm>
          <a:off x="0" y="453450"/>
          <a:ext cx="5175384" cy="875160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Growth of Zomato, customer behavior, and data-driven decision making.</a:t>
          </a:r>
        </a:p>
      </dsp:txBody>
      <dsp:txXfrm>
        <a:off x="42722" y="496172"/>
        <a:ext cx="5089940" cy="789716"/>
      </dsp:txXfrm>
    </dsp:sp>
    <dsp:sp modelId="{EAC4AA8F-8E3A-41C2-BE52-24D29AD5D4C0}">
      <dsp:nvSpPr>
        <dsp:cNvPr id="0" name=""/>
        <dsp:cNvSpPr/>
      </dsp:nvSpPr>
      <dsp:spPr>
        <a:xfrm>
          <a:off x="0" y="1391970"/>
          <a:ext cx="5175384" cy="875160"/>
        </a:xfrm>
        <a:prstGeom prst="roundRect">
          <a:avLst/>
        </a:prstGeom>
        <a:solidFill>
          <a:schemeClr val="accent2">
            <a:shade val="80000"/>
            <a:hueOff val="-8968"/>
            <a:satOff val="-1006"/>
            <a:lumOff val="642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Zomato is one of India’s largest food discovery platforms.</a:t>
          </a:r>
        </a:p>
      </dsp:txBody>
      <dsp:txXfrm>
        <a:off x="42722" y="1434692"/>
        <a:ext cx="5089940" cy="789716"/>
      </dsp:txXfrm>
    </dsp:sp>
    <dsp:sp modelId="{33D32939-C479-49A8-BE1D-B706E934742B}">
      <dsp:nvSpPr>
        <dsp:cNvPr id="0" name=""/>
        <dsp:cNvSpPr/>
      </dsp:nvSpPr>
      <dsp:spPr>
        <a:xfrm>
          <a:off x="0" y="2330490"/>
          <a:ext cx="5175384" cy="875160"/>
        </a:xfrm>
        <a:prstGeom prst="roundRect">
          <a:avLst/>
        </a:prstGeom>
        <a:solidFill>
          <a:schemeClr val="accent2">
            <a:shade val="80000"/>
            <a:hueOff val="-17936"/>
            <a:satOff val="-2012"/>
            <a:lumOff val="128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Contains detailed information on cuisines, locations, and customer feedback.</a:t>
          </a:r>
        </a:p>
      </dsp:txBody>
      <dsp:txXfrm>
        <a:off x="42722" y="2373212"/>
        <a:ext cx="5089940" cy="789716"/>
      </dsp:txXfrm>
    </dsp:sp>
    <dsp:sp modelId="{6DC849FF-B2EA-4458-9DA3-8FB1645CF747}">
      <dsp:nvSpPr>
        <dsp:cNvPr id="0" name=""/>
        <dsp:cNvSpPr/>
      </dsp:nvSpPr>
      <dsp:spPr>
        <a:xfrm>
          <a:off x="0" y="3269010"/>
          <a:ext cx="5175384" cy="875160"/>
        </a:xfrm>
        <a:prstGeom prst="roundRect">
          <a:avLst/>
        </a:prstGeom>
        <a:solidFill>
          <a:schemeClr val="accent2">
            <a:shade val="80000"/>
            <a:hueOff val="-26904"/>
            <a:satOff val="-3018"/>
            <a:lumOff val="192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Traditional statistics cannot capture nonlinear relationships in the data.</a:t>
          </a:r>
        </a:p>
      </dsp:txBody>
      <dsp:txXfrm>
        <a:off x="42722" y="3311732"/>
        <a:ext cx="5089940" cy="789716"/>
      </dsp:txXfrm>
    </dsp:sp>
    <dsp:sp modelId="{DA8E7B15-9080-4C8E-86E2-19DDDF23C453}">
      <dsp:nvSpPr>
        <dsp:cNvPr id="0" name=""/>
        <dsp:cNvSpPr/>
      </dsp:nvSpPr>
      <dsp:spPr>
        <a:xfrm>
          <a:off x="0" y="4207530"/>
          <a:ext cx="5175384" cy="875160"/>
        </a:xfrm>
        <a:prstGeom prst="roundRect">
          <a:avLst/>
        </a:prstGeom>
        <a:solidFill>
          <a:schemeClr val="accent2">
            <a:shade val="80000"/>
            <a:hueOff val="-35872"/>
            <a:satOff val="-4024"/>
            <a:lumOff val="2568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Machine learning models can learn patterns and predict outcomes accurately.</a:t>
          </a:r>
        </a:p>
      </dsp:txBody>
      <dsp:txXfrm>
        <a:off x="42722" y="4250252"/>
        <a:ext cx="5089940" cy="7897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4EAFE-E268-46D7-BF08-416670F402D6}">
      <dsp:nvSpPr>
        <dsp:cNvPr id="0" name=""/>
        <dsp:cNvSpPr/>
      </dsp:nvSpPr>
      <dsp:spPr>
        <a:xfrm>
          <a:off x="334403" y="2998"/>
          <a:ext cx="955560" cy="9555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A3B0A-EB93-4122-A0EA-5316F2D1E9F2}">
      <dsp:nvSpPr>
        <dsp:cNvPr id="0" name=""/>
        <dsp:cNvSpPr/>
      </dsp:nvSpPr>
      <dsp:spPr>
        <a:xfrm>
          <a:off x="535070" y="203666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8C872-88D1-4E0C-84CD-9235B1C96BE9}">
      <dsp:nvSpPr>
        <dsp:cNvPr id="0" name=""/>
        <dsp:cNvSpPr/>
      </dsp:nvSpPr>
      <dsp:spPr>
        <a:xfrm>
          <a:off x="1494726" y="299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Dataset focus, modeling scope, exclusions.</a:t>
          </a:r>
        </a:p>
      </dsp:txBody>
      <dsp:txXfrm>
        <a:off x="1494726" y="2998"/>
        <a:ext cx="2252392" cy="955560"/>
      </dsp:txXfrm>
    </dsp:sp>
    <dsp:sp modelId="{1FDA4BFE-BFDE-4A30-B8B6-04E003B9F902}">
      <dsp:nvSpPr>
        <dsp:cNvPr id="0" name=""/>
        <dsp:cNvSpPr/>
      </dsp:nvSpPr>
      <dsp:spPr>
        <a:xfrm>
          <a:off x="4139581" y="2998"/>
          <a:ext cx="955560" cy="9555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F5E3BC-4787-4F44-9D5D-94452665D1A0}">
      <dsp:nvSpPr>
        <dsp:cNvPr id="0" name=""/>
        <dsp:cNvSpPr/>
      </dsp:nvSpPr>
      <dsp:spPr>
        <a:xfrm>
          <a:off x="4340248" y="203666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E964B-ADC1-4857-8B05-97C86180456C}">
      <dsp:nvSpPr>
        <dsp:cNvPr id="0" name=""/>
        <dsp:cNvSpPr/>
      </dsp:nvSpPr>
      <dsp:spPr>
        <a:xfrm>
          <a:off x="5299904" y="299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Uses structured restaurant-level data from Zomato.</a:t>
          </a:r>
        </a:p>
      </dsp:txBody>
      <dsp:txXfrm>
        <a:off x="5299904" y="2998"/>
        <a:ext cx="2252392" cy="955560"/>
      </dsp:txXfrm>
    </dsp:sp>
    <dsp:sp modelId="{7FECEF87-EE40-49C4-8F8B-7D2C8CD81B65}">
      <dsp:nvSpPr>
        <dsp:cNvPr id="0" name=""/>
        <dsp:cNvSpPr/>
      </dsp:nvSpPr>
      <dsp:spPr>
        <a:xfrm>
          <a:off x="334403" y="1698491"/>
          <a:ext cx="955560" cy="9555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4676DC-E138-47A3-B83D-50393E26FFBA}">
      <dsp:nvSpPr>
        <dsp:cNvPr id="0" name=""/>
        <dsp:cNvSpPr/>
      </dsp:nvSpPr>
      <dsp:spPr>
        <a:xfrm>
          <a:off x="535070" y="1899159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C1C57-50B9-4A7E-82FF-FAC9093D6A9B}">
      <dsp:nvSpPr>
        <dsp:cNvPr id="0" name=""/>
        <dsp:cNvSpPr/>
      </dsp:nvSpPr>
      <dsp:spPr>
        <a:xfrm>
          <a:off x="1494726" y="1698491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Focused on Indian restaurants for consistency.</a:t>
          </a:r>
        </a:p>
      </dsp:txBody>
      <dsp:txXfrm>
        <a:off x="1494726" y="1698491"/>
        <a:ext cx="2252392" cy="955560"/>
      </dsp:txXfrm>
    </dsp:sp>
    <dsp:sp modelId="{3FFC487B-47FC-466E-8FE9-050040CBFBAC}">
      <dsp:nvSpPr>
        <dsp:cNvPr id="0" name=""/>
        <dsp:cNvSpPr/>
      </dsp:nvSpPr>
      <dsp:spPr>
        <a:xfrm>
          <a:off x="4139581" y="1698491"/>
          <a:ext cx="955560" cy="9555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7030BB-D2C7-45BD-94F3-5E787F526605}">
      <dsp:nvSpPr>
        <dsp:cNvPr id="0" name=""/>
        <dsp:cNvSpPr/>
      </dsp:nvSpPr>
      <dsp:spPr>
        <a:xfrm>
          <a:off x="4340248" y="1899159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758BF-1BD6-4C26-9D15-0525D009C6DA}">
      <dsp:nvSpPr>
        <dsp:cNvPr id="0" name=""/>
        <dsp:cNvSpPr/>
      </dsp:nvSpPr>
      <dsp:spPr>
        <a:xfrm>
          <a:off x="5299904" y="1698491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Models built for regression tasks.</a:t>
          </a:r>
        </a:p>
      </dsp:txBody>
      <dsp:txXfrm>
        <a:off x="5299904" y="1698491"/>
        <a:ext cx="2252392" cy="955560"/>
      </dsp:txXfrm>
    </dsp:sp>
    <dsp:sp modelId="{AE3BC545-E8D1-4ECA-99EA-67D51DB36813}">
      <dsp:nvSpPr>
        <dsp:cNvPr id="0" name=""/>
        <dsp:cNvSpPr/>
      </dsp:nvSpPr>
      <dsp:spPr>
        <a:xfrm>
          <a:off x="334403" y="3393984"/>
          <a:ext cx="955560" cy="9555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9DAA45-C3CB-4E3D-9AA5-86BC1528CEFA}">
      <dsp:nvSpPr>
        <dsp:cNvPr id="0" name=""/>
        <dsp:cNvSpPr/>
      </dsp:nvSpPr>
      <dsp:spPr>
        <a:xfrm>
          <a:off x="535070" y="3594652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55C52-A892-4B6B-9C6D-9AD12A50AE47}">
      <dsp:nvSpPr>
        <dsp:cNvPr id="0" name=""/>
        <dsp:cNvSpPr/>
      </dsp:nvSpPr>
      <dsp:spPr>
        <a:xfrm>
          <a:off x="1494726" y="3393984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Excludes sentiment analysis and real-time predictions.</a:t>
          </a:r>
        </a:p>
      </dsp:txBody>
      <dsp:txXfrm>
        <a:off x="1494726" y="3393984"/>
        <a:ext cx="2252392" cy="955560"/>
      </dsp:txXfrm>
    </dsp:sp>
    <dsp:sp modelId="{E50C1772-700F-4D71-A592-7BF6322C3D7D}">
      <dsp:nvSpPr>
        <dsp:cNvPr id="0" name=""/>
        <dsp:cNvSpPr/>
      </dsp:nvSpPr>
      <dsp:spPr>
        <a:xfrm>
          <a:off x="4139581" y="3393984"/>
          <a:ext cx="955560" cy="9555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C9DFF5-DA14-4F98-9D93-2834D0C2D8D2}">
      <dsp:nvSpPr>
        <dsp:cNvPr id="0" name=""/>
        <dsp:cNvSpPr/>
      </dsp:nvSpPr>
      <dsp:spPr>
        <a:xfrm>
          <a:off x="4340248" y="3594652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5F50C-2FBF-4F9E-B437-3CA5815DAE25}">
      <dsp:nvSpPr>
        <dsp:cNvPr id="0" name=""/>
        <dsp:cNvSpPr/>
      </dsp:nvSpPr>
      <dsp:spPr>
        <a:xfrm>
          <a:off x="5299904" y="3393984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Includes feature engineering (encoding + clustering).</a:t>
          </a:r>
        </a:p>
      </dsp:txBody>
      <dsp:txXfrm>
        <a:off x="5299904" y="3393984"/>
        <a:ext cx="2252392" cy="9555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B6CAB3-2A0F-412F-929B-9FE2C6B9558D}">
      <dsp:nvSpPr>
        <dsp:cNvPr id="0" name=""/>
        <dsp:cNvSpPr/>
      </dsp:nvSpPr>
      <dsp:spPr>
        <a:xfrm>
          <a:off x="0" y="71469"/>
          <a:ext cx="4045020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Description of dataset source and relevance.</a:t>
          </a:r>
        </a:p>
      </dsp:txBody>
      <dsp:txXfrm>
        <a:off x="38838" y="110307"/>
        <a:ext cx="3967344" cy="717924"/>
      </dsp:txXfrm>
    </dsp:sp>
    <dsp:sp modelId="{42EC83DF-D7D5-45F9-8A00-B88876DD703E}">
      <dsp:nvSpPr>
        <dsp:cNvPr id="0" name=""/>
        <dsp:cNvSpPr/>
      </dsp:nvSpPr>
      <dsp:spPr>
        <a:xfrm>
          <a:off x="0" y="924669"/>
          <a:ext cx="4045020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sourced from publicly available Zomato metadata.</a:t>
          </a:r>
        </a:p>
      </dsp:txBody>
      <dsp:txXfrm>
        <a:off x="38838" y="963507"/>
        <a:ext cx="3967344" cy="717924"/>
      </dsp:txXfrm>
    </dsp:sp>
    <dsp:sp modelId="{ECBB598A-00C9-4BB9-B2C1-3D6236473F8F}">
      <dsp:nvSpPr>
        <dsp:cNvPr id="0" name=""/>
        <dsp:cNvSpPr/>
      </dsp:nvSpPr>
      <dsp:spPr>
        <a:xfrm>
          <a:off x="0" y="1777869"/>
          <a:ext cx="4045020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Includes 9,551 entries; filtered to 8,652 Indian restaurants.</a:t>
          </a:r>
        </a:p>
      </dsp:txBody>
      <dsp:txXfrm>
        <a:off x="38838" y="1816707"/>
        <a:ext cx="3967344" cy="717924"/>
      </dsp:txXfrm>
    </dsp:sp>
    <dsp:sp modelId="{45D1CE97-6B83-47DB-8C8E-8D44DE5493B3}">
      <dsp:nvSpPr>
        <dsp:cNvPr id="0" name=""/>
        <dsp:cNvSpPr/>
      </dsp:nvSpPr>
      <dsp:spPr>
        <a:xfrm>
          <a:off x="0" y="2631069"/>
          <a:ext cx="4045020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Contains 21 attributes: numerical, categorical, and geographical.</a:t>
          </a:r>
        </a:p>
      </dsp:txBody>
      <dsp:txXfrm>
        <a:off x="38838" y="2669907"/>
        <a:ext cx="3967344" cy="717924"/>
      </dsp:txXfrm>
    </dsp:sp>
    <dsp:sp modelId="{C5FEED63-A433-4F45-9597-DCEAF17126A1}">
      <dsp:nvSpPr>
        <dsp:cNvPr id="0" name=""/>
        <dsp:cNvSpPr/>
      </dsp:nvSpPr>
      <dsp:spPr>
        <a:xfrm>
          <a:off x="0" y="3484269"/>
          <a:ext cx="4045020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Suitable for ML because of variety and volume.</a:t>
          </a:r>
        </a:p>
      </dsp:txBody>
      <dsp:txXfrm>
        <a:off x="38838" y="3523107"/>
        <a:ext cx="3967344" cy="7179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B00DB-8F8D-4B04-A9C3-3E60D342F217}">
      <dsp:nvSpPr>
        <dsp:cNvPr id="0" name=""/>
        <dsp:cNvSpPr/>
      </dsp:nvSpPr>
      <dsp:spPr>
        <a:xfrm>
          <a:off x="1952929" y="1173489"/>
          <a:ext cx="4182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287" y="45720"/>
              </a:lnTo>
            </a:path>
          </a:pathLst>
        </a:custGeom>
        <a:noFill/>
        <a:ln w="9525" cap="flat" cmpd="sng" algn="ctr">
          <a:solidFill>
            <a:schemeClr val="accent2">
              <a:shade val="90000"/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50850" y="1216962"/>
        <a:ext cx="22444" cy="4493"/>
      </dsp:txXfrm>
    </dsp:sp>
    <dsp:sp modelId="{2AF865CE-A034-4129-A736-343E13493433}">
      <dsp:nvSpPr>
        <dsp:cNvPr id="0" name=""/>
        <dsp:cNvSpPr/>
      </dsp:nvSpPr>
      <dsp:spPr>
        <a:xfrm>
          <a:off x="3042" y="633703"/>
          <a:ext cx="1951686" cy="1171012"/>
        </a:xfrm>
        <a:prstGeom prst="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634" tIns="100385" rIns="95634" bIns="10038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Missing values, duplicates, outliers, formatting issues.</a:t>
          </a:r>
        </a:p>
      </dsp:txBody>
      <dsp:txXfrm>
        <a:off x="3042" y="633703"/>
        <a:ext cx="1951686" cy="1171012"/>
      </dsp:txXfrm>
    </dsp:sp>
    <dsp:sp modelId="{A6F4359D-E17B-4E6C-9220-929812544588}">
      <dsp:nvSpPr>
        <dsp:cNvPr id="0" name=""/>
        <dsp:cNvSpPr/>
      </dsp:nvSpPr>
      <dsp:spPr>
        <a:xfrm>
          <a:off x="978885" y="1802915"/>
          <a:ext cx="2400574" cy="418287"/>
        </a:xfrm>
        <a:custGeom>
          <a:avLst/>
          <a:gdLst/>
          <a:ahLst/>
          <a:cxnLst/>
          <a:rect l="0" t="0" r="0" b="0"/>
          <a:pathLst>
            <a:path>
              <a:moveTo>
                <a:pt x="2400574" y="0"/>
              </a:moveTo>
              <a:lnTo>
                <a:pt x="2400574" y="226243"/>
              </a:lnTo>
              <a:lnTo>
                <a:pt x="0" y="226243"/>
              </a:lnTo>
              <a:lnTo>
                <a:pt x="0" y="418287"/>
              </a:lnTo>
            </a:path>
          </a:pathLst>
        </a:custGeom>
        <a:noFill/>
        <a:ln w="9525" cap="flat" cmpd="sng" algn="ctr">
          <a:solidFill>
            <a:schemeClr val="accent2">
              <a:shade val="90000"/>
              <a:hueOff val="-16400"/>
              <a:satOff val="-2778"/>
              <a:lumOff val="1284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18118" y="2009812"/>
        <a:ext cx="122109" cy="4493"/>
      </dsp:txXfrm>
    </dsp:sp>
    <dsp:sp modelId="{97109DB0-D665-4682-9971-46B01A698C53}">
      <dsp:nvSpPr>
        <dsp:cNvPr id="0" name=""/>
        <dsp:cNvSpPr/>
      </dsp:nvSpPr>
      <dsp:spPr>
        <a:xfrm>
          <a:off x="2403616" y="633703"/>
          <a:ext cx="1951686" cy="1171012"/>
        </a:xfrm>
        <a:prstGeom prst="rect">
          <a:avLst/>
        </a:prstGeom>
        <a:solidFill>
          <a:schemeClr val="accent2">
            <a:shade val="50000"/>
            <a:hueOff val="-13828"/>
            <a:satOff val="-2803"/>
            <a:lumOff val="154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634" tIns="100385" rIns="95634" bIns="10038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Missing values in cuisines and rating fields.</a:t>
          </a:r>
        </a:p>
      </dsp:txBody>
      <dsp:txXfrm>
        <a:off x="2403616" y="633703"/>
        <a:ext cx="1951686" cy="1171012"/>
      </dsp:txXfrm>
    </dsp:sp>
    <dsp:sp modelId="{10960BD0-7C91-45E1-8739-A5BBB909FCFB}">
      <dsp:nvSpPr>
        <dsp:cNvPr id="0" name=""/>
        <dsp:cNvSpPr/>
      </dsp:nvSpPr>
      <dsp:spPr>
        <a:xfrm>
          <a:off x="1952929" y="2793389"/>
          <a:ext cx="4182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287" y="45720"/>
              </a:lnTo>
            </a:path>
          </a:pathLst>
        </a:custGeom>
        <a:noFill/>
        <a:ln w="9525" cap="flat" cmpd="sng" algn="ctr">
          <a:solidFill>
            <a:schemeClr val="accent2">
              <a:shade val="90000"/>
              <a:hueOff val="-32801"/>
              <a:satOff val="-5555"/>
              <a:lumOff val="2569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50850" y="2836862"/>
        <a:ext cx="22444" cy="4493"/>
      </dsp:txXfrm>
    </dsp:sp>
    <dsp:sp modelId="{FCC8D9F7-1FD3-465A-BD1B-F2AF330E860F}">
      <dsp:nvSpPr>
        <dsp:cNvPr id="0" name=""/>
        <dsp:cNvSpPr/>
      </dsp:nvSpPr>
      <dsp:spPr>
        <a:xfrm>
          <a:off x="3042" y="2253603"/>
          <a:ext cx="1951686" cy="1171012"/>
        </a:xfrm>
        <a:prstGeom prst="rect">
          <a:avLst/>
        </a:prstGeom>
        <a:solidFill>
          <a:schemeClr val="accent2">
            <a:shade val="50000"/>
            <a:hueOff val="-27656"/>
            <a:satOff val="-5606"/>
            <a:lumOff val="3083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634" tIns="100385" rIns="95634" bIns="10038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Duplicate restaurant entries found and removed.</a:t>
          </a:r>
        </a:p>
      </dsp:txBody>
      <dsp:txXfrm>
        <a:off x="3042" y="2253603"/>
        <a:ext cx="1951686" cy="1171012"/>
      </dsp:txXfrm>
    </dsp:sp>
    <dsp:sp modelId="{3BE9D31B-FA92-4353-BF43-62C9FAA5FE8F}">
      <dsp:nvSpPr>
        <dsp:cNvPr id="0" name=""/>
        <dsp:cNvSpPr/>
      </dsp:nvSpPr>
      <dsp:spPr>
        <a:xfrm>
          <a:off x="978885" y="3422815"/>
          <a:ext cx="2400574" cy="418287"/>
        </a:xfrm>
        <a:custGeom>
          <a:avLst/>
          <a:gdLst/>
          <a:ahLst/>
          <a:cxnLst/>
          <a:rect l="0" t="0" r="0" b="0"/>
          <a:pathLst>
            <a:path>
              <a:moveTo>
                <a:pt x="2400574" y="0"/>
              </a:moveTo>
              <a:lnTo>
                <a:pt x="2400574" y="226243"/>
              </a:lnTo>
              <a:lnTo>
                <a:pt x="0" y="226243"/>
              </a:lnTo>
              <a:lnTo>
                <a:pt x="0" y="418287"/>
              </a:lnTo>
            </a:path>
          </a:pathLst>
        </a:custGeom>
        <a:noFill/>
        <a:ln w="9525" cap="flat" cmpd="sng" algn="ctr">
          <a:solidFill>
            <a:schemeClr val="accent2">
              <a:shade val="90000"/>
              <a:hueOff val="-32801"/>
              <a:satOff val="-5555"/>
              <a:lumOff val="2569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18118" y="3629712"/>
        <a:ext cx="122109" cy="4493"/>
      </dsp:txXfrm>
    </dsp:sp>
    <dsp:sp modelId="{BF3AC012-4750-44F7-B1C2-6F31E2B557A0}">
      <dsp:nvSpPr>
        <dsp:cNvPr id="0" name=""/>
        <dsp:cNvSpPr/>
      </dsp:nvSpPr>
      <dsp:spPr>
        <a:xfrm>
          <a:off x="2403616" y="2253603"/>
          <a:ext cx="1951686" cy="1171012"/>
        </a:xfrm>
        <a:prstGeom prst="rect">
          <a:avLst/>
        </a:prstGeom>
        <a:solidFill>
          <a:schemeClr val="accent2">
            <a:shade val="50000"/>
            <a:hueOff val="-41484"/>
            <a:satOff val="-8409"/>
            <a:lumOff val="462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634" tIns="100385" rIns="95634" bIns="10038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“Yes/No” fields converted to binary values (1/0).</a:t>
          </a:r>
        </a:p>
      </dsp:txBody>
      <dsp:txXfrm>
        <a:off x="2403616" y="2253603"/>
        <a:ext cx="1951686" cy="1171012"/>
      </dsp:txXfrm>
    </dsp:sp>
    <dsp:sp modelId="{ADB5B2DD-2CAD-4C46-BD29-6F018688D34B}">
      <dsp:nvSpPr>
        <dsp:cNvPr id="0" name=""/>
        <dsp:cNvSpPr/>
      </dsp:nvSpPr>
      <dsp:spPr>
        <a:xfrm>
          <a:off x="1952929" y="4413289"/>
          <a:ext cx="4182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287" y="45720"/>
              </a:lnTo>
            </a:path>
          </a:pathLst>
        </a:custGeom>
        <a:noFill/>
        <a:ln w="9525" cap="flat" cmpd="sng" algn="ctr">
          <a:solidFill>
            <a:schemeClr val="accent2">
              <a:shade val="90000"/>
              <a:hueOff val="-16400"/>
              <a:satOff val="-2778"/>
              <a:lumOff val="1284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50850" y="4456762"/>
        <a:ext cx="22444" cy="4493"/>
      </dsp:txXfrm>
    </dsp:sp>
    <dsp:sp modelId="{BD2C0121-3747-4AF9-8047-5E2AE0DE08D2}">
      <dsp:nvSpPr>
        <dsp:cNvPr id="0" name=""/>
        <dsp:cNvSpPr/>
      </dsp:nvSpPr>
      <dsp:spPr>
        <a:xfrm>
          <a:off x="3042" y="3873503"/>
          <a:ext cx="1951686" cy="1171012"/>
        </a:xfrm>
        <a:prstGeom prst="rect">
          <a:avLst/>
        </a:prstGeom>
        <a:solidFill>
          <a:schemeClr val="accent2">
            <a:shade val="50000"/>
            <a:hueOff val="-27656"/>
            <a:satOff val="-5606"/>
            <a:lumOff val="3083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634" tIns="100385" rIns="95634" bIns="10038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Outliers in votes and cost identified.</a:t>
          </a:r>
        </a:p>
      </dsp:txBody>
      <dsp:txXfrm>
        <a:off x="3042" y="3873503"/>
        <a:ext cx="1951686" cy="1171012"/>
      </dsp:txXfrm>
    </dsp:sp>
    <dsp:sp modelId="{6C8870E2-5518-4FD7-B5F7-C6BC44389644}">
      <dsp:nvSpPr>
        <dsp:cNvPr id="0" name=""/>
        <dsp:cNvSpPr/>
      </dsp:nvSpPr>
      <dsp:spPr>
        <a:xfrm>
          <a:off x="2403616" y="3873503"/>
          <a:ext cx="1951686" cy="1171012"/>
        </a:xfrm>
        <a:prstGeom prst="rect">
          <a:avLst/>
        </a:prstGeom>
        <a:solidFill>
          <a:schemeClr val="accent2">
            <a:shade val="50000"/>
            <a:hueOff val="-13828"/>
            <a:satOff val="-2803"/>
            <a:lumOff val="154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634" tIns="100385" rIns="95634" bIns="10038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Imbalanced city representation (Delhi NCR dominant).</a:t>
          </a:r>
        </a:p>
      </dsp:txBody>
      <dsp:txXfrm>
        <a:off x="2403616" y="3873503"/>
        <a:ext cx="1951686" cy="11710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D50C4-61C7-4BCB-B35E-F6DB6D44AA70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32B6A2-EC8F-4401-B261-FFEFEA5A1F14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29AA2-A5E3-4E2A-848D-4060103B572A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Exploratory Data Analysis</a:t>
          </a:r>
          <a:endParaRPr lang="en-US" sz="2000" kern="1200"/>
        </a:p>
      </dsp:txBody>
      <dsp:txXfrm>
        <a:off x="1494726" y="2600"/>
        <a:ext cx="2252392" cy="955560"/>
      </dsp:txXfrm>
    </dsp:sp>
    <dsp:sp modelId="{54ED7153-3B90-4238-B80C-1F7B34F47AEA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09943-DE9E-4B64-8420-9F165FDA6E0C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39055-7228-46DB-8560-C50EC336F3E9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Ratings follow a near-normal distribution (3.0–4.5).</a:t>
          </a:r>
        </a:p>
      </dsp:txBody>
      <dsp:txXfrm>
        <a:off x="5299904" y="2600"/>
        <a:ext cx="2252392" cy="955560"/>
      </dsp:txXfrm>
    </dsp:sp>
    <dsp:sp modelId="{98209CC9-6E13-47E0-953E-C43ACF19B11A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4F662-6BF3-4708-A7E9-FF75C5FA01DD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EEE66-5287-4B5E-ACD4-18B01969F466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Delhi NCR has the highest number of restaurants.</a:t>
          </a:r>
        </a:p>
      </dsp:txBody>
      <dsp:txXfrm>
        <a:off x="1494726" y="1697888"/>
        <a:ext cx="2252392" cy="955560"/>
      </dsp:txXfrm>
    </dsp:sp>
    <dsp:sp modelId="{87EA3EC9-90DD-4434-8063-FC9290F282E8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A290BE-0E1F-4C58-84A3-B04768E005AE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9504C-CEB3-4D2B-8284-709D79E1E477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Popular cuisines: North Indian, Chinese, Fast Food.</a:t>
          </a:r>
        </a:p>
      </dsp:txBody>
      <dsp:txXfrm>
        <a:off x="5299904" y="1697888"/>
        <a:ext cx="2252392" cy="955560"/>
      </dsp:txXfrm>
    </dsp:sp>
    <dsp:sp modelId="{1A6D3750-F5A2-4972-BB7D-6B723B78CB53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A60F6-2AF9-4450-B93F-E66081BF5E93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2E325-3D7C-4B10-BCF3-10598241A1B9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Votes show strong positive correlation with ratings.</a:t>
          </a:r>
        </a:p>
      </dsp:txBody>
      <dsp:txXfrm>
        <a:off x="1494726" y="3393176"/>
        <a:ext cx="2252392" cy="955560"/>
      </dsp:txXfrm>
    </dsp:sp>
    <dsp:sp modelId="{02448D66-1BB6-4533-9373-DDB2712F0589}">
      <dsp:nvSpPr>
        <dsp:cNvPr id="0" name=""/>
        <dsp:cNvSpPr/>
      </dsp:nvSpPr>
      <dsp:spPr>
        <a:xfrm>
          <a:off x="4139581" y="3393176"/>
          <a:ext cx="955560" cy="95556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9BC98-9B4D-43F4-9E05-4DF742E0683D}">
      <dsp:nvSpPr>
        <dsp:cNvPr id="0" name=""/>
        <dsp:cNvSpPr/>
      </dsp:nvSpPr>
      <dsp:spPr>
        <a:xfrm>
          <a:off x="4340248" y="3593844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1439A-D521-4937-BBBE-FDA0CAB00C8A}">
      <dsp:nvSpPr>
        <dsp:cNvPr id="0" name=""/>
        <dsp:cNvSpPr/>
      </dsp:nvSpPr>
      <dsp:spPr>
        <a:xfrm>
          <a:off x="5299904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Online delivery and table booking improve rating averages.</a:t>
          </a:r>
        </a:p>
      </dsp:txBody>
      <dsp:txXfrm>
        <a:off x="5299904" y="3393176"/>
        <a:ext cx="2252392" cy="9555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91285-9E37-4BF0-A5D2-60FF89366830}">
      <dsp:nvSpPr>
        <dsp:cNvPr id="0" name=""/>
        <dsp:cNvSpPr/>
      </dsp:nvSpPr>
      <dsp:spPr>
        <a:xfrm>
          <a:off x="0" y="0"/>
          <a:ext cx="5175384" cy="14193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Correlation, delivery impact, booking impact.</a:t>
          </a:r>
        </a:p>
      </dsp:txBody>
      <dsp:txXfrm>
        <a:off x="69287" y="69287"/>
        <a:ext cx="5036810" cy="1280781"/>
      </dsp:txXfrm>
    </dsp:sp>
    <dsp:sp modelId="{A11C1CE7-A7EB-4515-AA87-17A779F765F2}">
      <dsp:nvSpPr>
        <dsp:cNvPr id="0" name=""/>
        <dsp:cNvSpPr/>
      </dsp:nvSpPr>
      <dsp:spPr>
        <a:xfrm>
          <a:off x="0" y="1420634"/>
          <a:ext cx="5175384" cy="4114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000" kern="1200" dirty="0"/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Rating Distribution</a:t>
          </a:r>
          <a:r>
            <a:rPr lang="en-US" sz="2000" kern="1200" dirty="0"/>
            <a:t>: peak around 3.5 to 4.2.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City-wise Count</a:t>
          </a:r>
          <a:r>
            <a:rPr lang="en-US" sz="2000" kern="1200" dirty="0"/>
            <a:t>: New Delhi &gt; Gurgaon &gt; Noida.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Cuisine Word Cloud</a:t>
          </a:r>
          <a:r>
            <a:rPr lang="en-US" sz="2000" kern="1200" dirty="0"/>
            <a:t>: highlights frequently offered cuisines.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Correlation Heatmap</a:t>
          </a:r>
          <a:r>
            <a:rPr lang="en-US" sz="2000" kern="1200" dirty="0"/>
            <a:t>: votes most correlated with rating.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Service Impact</a:t>
          </a:r>
          <a:r>
            <a:rPr lang="en-US" sz="2000" kern="1200" dirty="0"/>
            <a:t>: delivery and booking → slightly higher ratings.</a:t>
          </a:r>
          <a:br>
            <a:rPr lang="en-US" sz="2000" kern="1200" dirty="0"/>
          </a:br>
          <a:endParaRPr lang="en-US" sz="2000" kern="1200" dirty="0"/>
        </a:p>
      </dsp:txBody>
      <dsp:txXfrm>
        <a:off x="0" y="1420634"/>
        <a:ext cx="5175384" cy="41142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6AA37E-00BF-4FD5-86F7-5BF3871C19E3}">
      <dsp:nvSpPr>
        <dsp:cNvPr id="0" name=""/>
        <dsp:cNvSpPr/>
      </dsp:nvSpPr>
      <dsp:spPr>
        <a:xfrm>
          <a:off x="0" y="372452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Encoded categorical features using Label Encoding.</a:t>
          </a:r>
          <a:endParaRPr lang="en-US" sz="2300" kern="1200"/>
        </a:p>
      </dsp:txBody>
      <dsp:txXfrm>
        <a:off x="0" y="372452"/>
        <a:ext cx="2464593" cy="1478756"/>
      </dsp:txXfrm>
    </dsp:sp>
    <dsp:sp modelId="{7A5AEDDF-C620-49AF-83E8-08E23865E2B7}">
      <dsp:nvSpPr>
        <dsp:cNvPr id="0" name=""/>
        <dsp:cNvSpPr/>
      </dsp:nvSpPr>
      <dsp:spPr>
        <a:xfrm>
          <a:off x="2711053" y="372452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Created </a:t>
          </a:r>
          <a:r>
            <a:rPr lang="en-US" sz="2300" b="1" i="0" kern="1200" baseline="0"/>
            <a:t>Cuisine Count</a:t>
          </a:r>
          <a:r>
            <a:rPr lang="en-US" sz="2300" b="0" i="0" kern="1200" baseline="0"/>
            <a:t> as a new feature.</a:t>
          </a:r>
          <a:endParaRPr lang="en-US" sz="2300" kern="1200"/>
        </a:p>
      </dsp:txBody>
      <dsp:txXfrm>
        <a:off x="2711053" y="372452"/>
        <a:ext cx="2464593" cy="1478756"/>
      </dsp:txXfrm>
    </dsp:sp>
    <dsp:sp modelId="{369E7438-3D63-4AAC-ACF3-BDE2A51AD495}">
      <dsp:nvSpPr>
        <dsp:cNvPr id="0" name=""/>
        <dsp:cNvSpPr/>
      </dsp:nvSpPr>
      <dsp:spPr>
        <a:xfrm>
          <a:off x="5422106" y="372452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Selected top repeating cuisines for binary encoding.</a:t>
          </a:r>
          <a:endParaRPr lang="en-US" sz="2300" kern="1200"/>
        </a:p>
      </dsp:txBody>
      <dsp:txXfrm>
        <a:off x="5422106" y="372452"/>
        <a:ext cx="2464593" cy="1478756"/>
      </dsp:txXfrm>
    </dsp:sp>
    <dsp:sp modelId="{C8B2CCEE-505F-4A1D-AACE-EAA218A0FA1D}">
      <dsp:nvSpPr>
        <dsp:cNvPr id="0" name=""/>
        <dsp:cNvSpPr/>
      </dsp:nvSpPr>
      <dsp:spPr>
        <a:xfrm>
          <a:off x="1355526" y="2097667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Created an </a:t>
          </a:r>
          <a:r>
            <a:rPr lang="en-US" sz="2300" b="1" i="0" kern="1200" baseline="0"/>
            <a:t>8-cluster K-Means</a:t>
          </a:r>
          <a:r>
            <a:rPr lang="en-US" sz="2300" b="0" i="0" kern="1200" baseline="0"/>
            <a:t> geographic feature from lat-long.</a:t>
          </a:r>
          <a:endParaRPr lang="en-US" sz="2300" kern="1200"/>
        </a:p>
      </dsp:txBody>
      <dsp:txXfrm>
        <a:off x="1355526" y="2097667"/>
        <a:ext cx="2464593" cy="1478756"/>
      </dsp:txXfrm>
    </dsp:sp>
    <dsp:sp modelId="{886FD3DF-FE53-4AD1-A61A-828CD4DDC92D}">
      <dsp:nvSpPr>
        <dsp:cNvPr id="0" name=""/>
        <dsp:cNvSpPr/>
      </dsp:nvSpPr>
      <dsp:spPr>
        <a:xfrm>
          <a:off x="4066579" y="2097667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Improved XGBoost accuracy using the cluster feature.</a:t>
          </a:r>
          <a:endParaRPr lang="en-US" sz="2300" kern="1200"/>
        </a:p>
      </dsp:txBody>
      <dsp:txXfrm>
        <a:off x="4066579" y="2097667"/>
        <a:ext cx="2464593" cy="147875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F644F8-3B61-428D-86A7-4E3D49661EE9}">
      <dsp:nvSpPr>
        <dsp:cNvPr id="0" name=""/>
        <dsp:cNvSpPr/>
      </dsp:nvSpPr>
      <dsp:spPr>
        <a:xfrm>
          <a:off x="0" y="355080"/>
          <a:ext cx="5175384" cy="164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74904" rIns="40166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Baseline model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Did not capture nonlinear patterns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/>
            <a:t>R² Test: </a:t>
          </a:r>
          <a:r>
            <a:rPr lang="en-IN" sz="1800" b="1" kern="1200" dirty="0"/>
            <a:t>0.39–0.46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20000"/>
            <a:buFont typeface="Arial" panose="020B0604020202020204" pitchFamily="34" charset="0"/>
            <a:buChar char="•"/>
          </a:pPr>
          <a:r>
            <a:rPr lang="en-IN" sz="1800" kern="1200" dirty="0"/>
            <a:t>RMSE: </a:t>
          </a:r>
          <a:r>
            <a:rPr lang="en-IN" sz="1800" b="1" kern="1200" dirty="0"/>
            <a:t>1.10–1.17</a:t>
          </a:r>
          <a:endParaRPr lang="en-US" sz="1800" b="1" kern="1200" dirty="0"/>
        </a:p>
      </dsp:txBody>
      <dsp:txXfrm>
        <a:off x="0" y="355080"/>
        <a:ext cx="5175384" cy="1644300"/>
      </dsp:txXfrm>
    </dsp:sp>
    <dsp:sp modelId="{88173751-3808-49A1-A833-F968670E4381}">
      <dsp:nvSpPr>
        <dsp:cNvPr id="0" name=""/>
        <dsp:cNvSpPr/>
      </dsp:nvSpPr>
      <dsp:spPr>
        <a:xfrm>
          <a:off x="258769" y="89400"/>
          <a:ext cx="3622768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1. Linear Regression</a:t>
          </a:r>
          <a:endParaRPr lang="en-US" sz="1800" kern="1200"/>
        </a:p>
      </dsp:txBody>
      <dsp:txXfrm>
        <a:off x="284708" y="115339"/>
        <a:ext cx="3570890" cy="479482"/>
      </dsp:txXfrm>
    </dsp:sp>
    <dsp:sp modelId="{04251E54-B4FE-4497-B56A-72A13DD0BE76}">
      <dsp:nvSpPr>
        <dsp:cNvPr id="0" name=""/>
        <dsp:cNvSpPr/>
      </dsp:nvSpPr>
      <dsp:spPr>
        <a:xfrm>
          <a:off x="0" y="2362260"/>
          <a:ext cx="5175384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74904" rIns="40166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Captures complex relationships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R² Test: </a:t>
          </a:r>
          <a:r>
            <a:rPr lang="en-IN" sz="1800" b="1" kern="1200"/>
            <a:t>0.955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RMSE: </a:t>
          </a:r>
          <a:r>
            <a:rPr lang="en-IN" sz="1800" b="1" kern="1200"/>
            <a:t>0.322</a:t>
          </a:r>
          <a:endParaRPr lang="en-US" sz="1800" kern="1200"/>
        </a:p>
      </dsp:txBody>
      <dsp:txXfrm>
        <a:off x="0" y="2362260"/>
        <a:ext cx="5175384" cy="1360800"/>
      </dsp:txXfrm>
    </dsp:sp>
    <dsp:sp modelId="{58FF6E17-3AFD-495B-A26A-BD29A87A0B59}">
      <dsp:nvSpPr>
        <dsp:cNvPr id="0" name=""/>
        <dsp:cNvSpPr/>
      </dsp:nvSpPr>
      <dsp:spPr>
        <a:xfrm>
          <a:off x="258769" y="2096580"/>
          <a:ext cx="3622768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2. Random Forest Regressor</a:t>
          </a:r>
          <a:endParaRPr lang="en-US" sz="1800" kern="1200"/>
        </a:p>
      </dsp:txBody>
      <dsp:txXfrm>
        <a:off x="284708" y="2122519"/>
        <a:ext cx="3570890" cy="479482"/>
      </dsp:txXfrm>
    </dsp:sp>
    <dsp:sp modelId="{3D51687E-57B2-415E-BE01-C7A37A83DEA8}">
      <dsp:nvSpPr>
        <dsp:cNvPr id="0" name=""/>
        <dsp:cNvSpPr/>
      </dsp:nvSpPr>
      <dsp:spPr>
        <a:xfrm>
          <a:off x="0" y="4085940"/>
          <a:ext cx="5175384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74904" rIns="40166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Most powerful boosting model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R² Test: </a:t>
          </a:r>
          <a:r>
            <a:rPr lang="en-IN" sz="1800" b="1" kern="1200"/>
            <a:t>0.9578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RMSE: </a:t>
          </a:r>
          <a:r>
            <a:rPr lang="en-IN" sz="1800" b="1" kern="1200"/>
            <a:t>0.3100</a:t>
          </a:r>
          <a:endParaRPr lang="en-US" sz="1800" kern="1200"/>
        </a:p>
      </dsp:txBody>
      <dsp:txXfrm>
        <a:off x="0" y="4085940"/>
        <a:ext cx="5175384" cy="1360800"/>
      </dsp:txXfrm>
    </dsp:sp>
    <dsp:sp modelId="{4D0F3543-A3FF-4F40-A65A-AE4AB1CC6875}">
      <dsp:nvSpPr>
        <dsp:cNvPr id="0" name=""/>
        <dsp:cNvSpPr/>
      </dsp:nvSpPr>
      <dsp:spPr>
        <a:xfrm>
          <a:off x="258769" y="3820260"/>
          <a:ext cx="3622768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3. XGBoost Regressor</a:t>
          </a:r>
          <a:endParaRPr lang="en-US" sz="1800" kern="1200"/>
        </a:p>
      </dsp:txBody>
      <dsp:txXfrm>
        <a:off x="284708" y="3846199"/>
        <a:ext cx="3570890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3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108" y="0"/>
            <a:ext cx="349304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444" y="529087"/>
            <a:ext cx="3209027" cy="5779698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b="1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Zomato Restaurant Rating Prediction Using Machine Learning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010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3100" y="4451296"/>
            <a:ext cx="3789799" cy="118509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C0504D"/>
                </a:solidFill>
                <a:latin typeface="Abadi" panose="020F0502020204030204" pitchFamily="34" charset="0"/>
              </a:rPr>
              <a:t>By:</a:t>
            </a:r>
          </a:p>
          <a:p>
            <a:pPr marL="114300" indent="0" defTabSz="914400" fontAlgn="base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0"/>
              </a:rPr>
              <a:t>Abhishek R A</a:t>
            </a:r>
            <a:b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0"/>
              </a:rPr>
            </a:b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0"/>
              </a:rPr>
              <a:t>MBA (AI &amp; DS)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48881-0547-2B9B-A54F-C183EA34286B}"/>
              </a:ext>
            </a:extLst>
          </p:cNvPr>
          <p:cNvSpPr txBox="1"/>
          <p:nvPr/>
        </p:nvSpPr>
        <p:spPr>
          <a:xfrm>
            <a:off x="4848044" y="629066"/>
            <a:ext cx="3991155" cy="1464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8000" b="1" dirty="0">
                <a:solidFill>
                  <a:schemeClr val="accent2"/>
                </a:solidFill>
              </a:rPr>
              <a:t>Machine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b="1" dirty="0"/>
              <a:t>Abstract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06C713-F77C-01AF-1760-EDF326B708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5722998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31" y="1044304"/>
            <a:ext cx="3013191" cy="44611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lnSpcReduction="10000"/>
          </a:bodyPr>
          <a:lstStyle/>
          <a:p>
            <a:r>
              <a:rPr lang="en-US" sz="2700" dirty="0"/>
              <a:t>Importance of online restaurant ratings and use of ML for prediction.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700" dirty="0"/>
              <a:t>Restaurant ratings strongly influence customer decisions.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700" dirty="0"/>
              <a:t>Zomato provides large-scale restaurant data across Indian cities.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700" dirty="0"/>
              <a:t>Machine Learning helps analyze complex patterns and predict ratings.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700" dirty="0"/>
              <a:t>Ratings depend on service, price, cuisine variety, and customer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3600" b="1" dirty="0"/>
              <a:t>Background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6162FA-D6E5-2830-EC50-BC5B6E0717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3441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b="1" dirty="0"/>
              <a:t>Problem Statement</a:t>
            </a:r>
            <a:endParaRPr lang="en-IN" b="1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Identify key variables, predict ratings, assist stakeholders.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Users find it hard to identify the best restaurants among thousands.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Ratings depend on multiple features that customers don’t easily interpret.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Key questions: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What features influence ratings the most?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Can ML models accurately predict ratings?</a:t>
            </a: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How can predictions help businesses and customers?</a:t>
            </a:r>
            <a:endParaRPr lang="en-US" sz="2000" dirty="0"/>
          </a:p>
          <a:p>
            <a:pPr>
              <a:lnSpc>
                <a:spcPct val="110000"/>
              </a:lnSpc>
            </a:pPr>
            <a:endParaRPr lang="en-US" sz="2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386" y="424567"/>
            <a:ext cx="3246221" cy="5585619"/>
          </a:xfrm>
        </p:spPr>
        <p:txBody>
          <a:bodyPr>
            <a:normAutofit/>
          </a:bodyPr>
          <a:lstStyle/>
          <a:p>
            <a:r>
              <a:rPr lang="en-IN" sz="4100" b="1" dirty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dirty="0"/>
              <a:t>Primary and secondary objectives of the ML project.</a:t>
            </a:r>
            <a:br>
              <a:rPr lang="en-US" sz="2200" dirty="0"/>
            </a:b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/>
              <a:t>Primary Objectives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Identify major factors influencing restaurant ratings.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Build ML models to predict ratings.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Compare Linear Regression, Random Forest, and </a:t>
            </a:r>
            <a:r>
              <a:rPr lang="en-US" sz="2200" dirty="0" err="1"/>
              <a:t>XGBoost</a:t>
            </a:r>
            <a:r>
              <a:rPr lang="en-US" sz="22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Select the best-performing model.</a:t>
            </a:r>
            <a:br>
              <a:rPr lang="en-US" sz="2200" dirty="0"/>
            </a:b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/>
              <a:t>Secondary Objectives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Perform EDA and generate visual insights.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Apply feature engineering and cluster-based features.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Provide actionable insights for stakeholders.</a:t>
            </a:r>
          </a:p>
          <a:p>
            <a:pPr>
              <a:lnSpc>
                <a:spcPct val="110000"/>
              </a:lnSpc>
            </a:pP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819" y="1072215"/>
            <a:ext cx="2430380" cy="4064628"/>
          </a:xfrm>
        </p:spPr>
        <p:txBody>
          <a:bodyPr>
            <a:normAutofit/>
          </a:bodyPr>
          <a:lstStyle/>
          <a:p>
            <a:r>
              <a:rPr lang="en-IN" sz="3400" b="1" dirty="0">
                <a:solidFill>
                  <a:srgbClr val="FFFFFF"/>
                </a:solidFill>
              </a:rPr>
              <a:t>Significance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4192438" cy="5286622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/>
              <a:t>Importance for customers, restaurants, and food-tech platforms.</a:t>
            </a:r>
            <a:br>
              <a:rPr lang="en-US" sz="1800" dirty="0"/>
            </a:b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For Customers: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Helps them choose better restaurants.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Provides transparency about factors influencing ratings.</a:t>
            </a:r>
            <a:br>
              <a:rPr lang="en-US" sz="1800" dirty="0"/>
            </a:b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For Restaurants: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Shows factors that improve ratings.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Helps in strategic planning (pricing, menu, delivery).</a:t>
            </a:r>
            <a:br>
              <a:rPr lang="en-US" sz="1800" dirty="0"/>
            </a:b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For Food-Tech Platforms: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Improves recommendation and ranking algorithms.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Enhances customer experience.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408" y="358499"/>
            <a:ext cx="7886700" cy="1133499"/>
          </a:xfrm>
        </p:spPr>
        <p:txBody>
          <a:bodyPr>
            <a:normAutofit/>
          </a:bodyPr>
          <a:lstStyle/>
          <a:p>
            <a:r>
              <a:rPr lang="en-IN" sz="4500" b="1" dirty="0"/>
              <a:t>Scope of the Study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12B96D-977C-AF9E-2AEE-F302B32542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3715247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r>
              <a:rPr lang="en-IN" b="1" dirty="0"/>
              <a:t>Data Acquisition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FFB8C1D8-B321-40AC-3FA4-BD22A1966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5737323"/>
              </p:ext>
            </p:extLst>
          </p:nvPr>
        </p:nvGraphicFramePr>
        <p:xfrm>
          <a:off x="628650" y="1825625"/>
          <a:ext cx="404502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 descr="Computer script on a screen">
            <a:extLst>
              <a:ext uri="{FF2B5EF4-FFF2-40B4-BE49-F238E27FC236}">
                <a16:creationId xmlns:a16="http://schemas.microsoft.com/office/drawing/2014/main" id="{89ACB9EE-430C-F28C-EFA7-59F65ECCEBB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689" r="45248" b="-2"/>
          <a:stretch>
            <a:fillRect/>
          </a:stretch>
        </p:blipFill>
        <p:spPr>
          <a:xfrm>
            <a:off x="4781190" y="758514"/>
            <a:ext cx="384167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5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4696411" y="687822"/>
            <a:ext cx="4103360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6420" y="921125"/>
            <a:ext cx="593266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26" y="1212656"/>
            <a:ext cx="2944483" cy="4064628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</a:rPr>
              <a:t>Dataset Description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4B91B718-669C-B033-F100-81103656E1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7614" y="1526033"/>
            <a:ext cx="4386016" cy="42939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Features include: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City, Cuisines, Cost, Votes, Delivery options, Ratings.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Numeric data: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cost, votes, latitude, longitude.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Categorical data: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city, cuisines, rating text.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Binary data: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online delivery, table booking.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Target variable: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</a:rPr>
              <a:t>Aggregate Rating.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017" y="679521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700" b="1" dirty="0">
                <a:solidFill>
                  <a:srgbClr val="FFFFFF"/>
                </a:solidFill>
              </a:rPr>
              <a:t>Data Quality Issues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6800AC-00A2-6AEB-1FC5-A98812DBED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3995301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97226"/>
            <a:ext cx="7886700" cy="100459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</a:rPr>
              <a:t>EDA Overview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8F5610-B034-3B84-904E-D62A80904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047280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 b="1" dirty="0"/>
              <a:t>Key EDA Visual Insights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EB07DE-355B-563C-1026-FB1C072BC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695650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9606F-8852-B4D7-8A15-B1493B673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/>
              <a:t>DATA VISUALISATIONS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4FB3AB5-0D08-69A7-E0C7-DDC0F1B6E1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0464" y="2326315"/>
            <a:ext cx="3685000" cy="3941178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2CA6EC6-41CA-6FC0-FAFE-CF46B00224A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552734" y="2852514"/>
            <a:ext cx="4210812" cy="310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79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8F673-43F4-4F96-8074-8BDF0081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05038-A997-713D-9147-BE54595F5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/>
              <a:t>DATA VISUALISATIONS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F4F8057-50EF-1DD9-793B-885C1C86644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182519" y="3888673"/>
            <a:ext cx="4621857" cy="280777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BB76C4D-B8FF-A4AB-DC19-BAEF9458F7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97146" y="1908495"/>
            <a:ext cx="4325307" cy="260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2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102D1-099F-24B3-2D06-E1AA125F5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015BD22-0C59-0B4F-0C6D-659D29230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30FC66-01C2-0085-1C56-6A9FDE05D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/>
              <a:t>DATA VISUALISATIONS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E654753C-0905-7327-C9DF-F259F48CD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8426A-DDD7-C7B2-AE82-E03A69D53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68" y="2217632"/>
            <a:ext cx="3945865" cy="40954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EB3D1B-3A93-5F2F-EE9B-C7F3AE45D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269" y="2164791"/>
            <a:ext cx="4042886" cy="414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59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7C1DB-7DC6-0C26-100F-917C7D217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42" y="35369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 dirty="0"/>
              <a:t>DATA VISUALISATIONS</a:t>
            </a:r>
            <a:endParaRPr lang="en-US" sz="5700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F4B5CB-BBC3-D314-E693-D75345A91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110" y="4039310"/>
            <a:ext cx="4525006" cy="2692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A75CAD-56B4-290E-8B9E-AB5110F0D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811" y="1316272"/>
            <a:ext cx="4981747" cy="28271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A44855-7E3C-381B-BFE5-05BED54AD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693" y="1070561"/>
            <a:ext cx="4525006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073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 b="1"/>
              <a:t>Feature Engineering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A4D466DE-2F0F-DC13-84E8-03A3CC6DFA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3595247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000" b="1" dirty="0"/>
              <a:t>ML Algorithms Used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301CF2B-6491-32E7-5A0E-1EA63096DC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24257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600" b="1" kern="1200" dirty="0">
                <a:latin typeface="+mj-lt"/>
                <a:ea typeface="+mj-ea"/>
                <a:cs typeface="+mj-cs"/>
              </a:rPr>
              <a:t>Model Comparison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spcBef>
                <a:spcPts val="1000"/>
              </a:spcBef>
              <a:buNone/>
            </a:pPr>
            <a:r>
              <a:rPr lang="en-US" sz="1900" kern="1200" dirty="0" err="1">
                <a:latin typeface="+mn-lt"/>
                <a:ea typeface="+mn-ea"/>
                <a:cs typeface="+mn-cs"/>
              </a:rPr>
              <a:t>XGBoost</a:t>
            </a:r>
            <a:r>
              <a:rPr lang="en-US" sz="1900" kern="1200" dirty="0">
                <a:latin typeface="+mn-lt"/>
                <a:ea typeface="+mn-ea"/>
                <a:cs typeface="+mn-cs"/>
              </a:rPr>
              <a:t> is the </a:t>
            </a:r>
            <a:br>
              <a:rPr lang="en-US" sz="1900" dirty="0"/>
            </a:br>
            <a:r>
              <a:rPr lang="en-US" sz="1900" kern="1200" dirty="0">
                <a:latin typeface="+mn-lt"/>
                <a:ea typeface="+mn-ea"/>
                <a:cs typeface="+mn-cs"/>
              </a:rPr>
              <a:t>best-performing model.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1AC6B5-8921-8C73-B89E-51166E659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158667"/>
              </p:ext>
            </p:extLst>
          </p:nvPr>
        </p:nvGraphicFramePr>
        <p:xfrm>
          <a:off x="3490722" y="1839980"/>
          <a:ext cx="5177792" cy="317804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89956">
                  <a:extLst>
                    <a:ext uri="{9D8B030D-6E8A-4147-A177-3AD203B41FA5}">
                      <a16:colId xmlns:a16="http://schemas.microsoft.com/office/drawing/2014/main" val="1627755831"/>
                    </a:ext>
                  </a:extLst>
                </a:gridCol>
                <a:gridCol w="1493918">
                  <a:extLst>
                    <a:ext uri="{9D8B030D-6E8A-4147-A177-3AD203B41FA5}">
                      <a16:colId xmlns:a16="http://schemas.microsoft.com/office/drawing/2014/main" val="396652066"/>
                    </a:ext>
                  </a:extLst>
                </a:gridCol>
                <a:gridCol w="1493918">
                  <a:extLst>
                    <a:ext uri="{9D8B030D-6E8A-4147-A177-3AD203B41FA5}">
                      <a16:colId xmlns:a16="http://schemas.microsoft.com/office/drawing/2014/main" val="2125133151"/>
                    </a:ext>
                  </a:extLst>
                </a:gridCol>
              </a:tblGrid>
              <a:tr h="5860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 b="1" i="1" dirty="0">
                          <a:solidFill>
                            <a:srgbClr val="C00000"/>
                          </a:solidFill>
                        </a:rPr>
                        <a:t>Model</a:t>
                      </a:r>
                    </a:p>
                  </a:txBody>
                  <a:tcPr marL="138945" marR="138945" marT="69472" marB="69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 b="1" i="1" dirty="0">
                          <a:solidFill>
                            <a:srgbClr val="C00000"/>
                          </a:solidFill>
                        </a:rPr>
                        <a:t>R² Test</a:t>
                      </a:r>
                    </a:p>
                  </a:txBody>
                  <a:tcPr marL="138945" marR="138945" marT="69472" marB="69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 b="1" i="1" dirty="0">
                          <a:solidFill>
                            <a:srgbClr val="C00000"/>
                          </a:solidFill>
                        </a:rPr>
                        <a:t>RMSE</a:t>
                      </a:r>
                    </a:p>
                  </a:txBody>
                  <a:tcPr marL="138945" marR="138945" marT="69472" marB="69472" anchor="ctr"/>
                </a:tc>
                <a:extLst>
                  <a:ext uri="{0D108BD9-81ED-4DB2-BD59-A6C34878D82A}">
                    <a16:rowId xmlns:a16="http://schemas.microsoft.com/office/drawing/2014/main" val="1797293873"/>
                  </a:ext>
                </a:extLst>
              </a:tr>
              <a:tr h="1002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 b="1" i="0" dirty="0"/>
                        <a:t>Linear Regression</a:t>
                      </a:r>
                    </a:p>
                  </a:txBody>
                  <a:tcPr marL="138945" marR="138945" marT="69472" marB="69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 dirty="0"/>
                        <a:t>0.39–0.46</a:t>
                      </a:r>
                    </a:p>
                  </a:txBody>
                  <a:tcPr marL="138945" marR="138945" marT="69472" marB="69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 dirty="0"/>
                        <a:t>1.10–1.17</a:t>
                      </a:r>
                    </a:p>
                  </a:txBody>
                  <a:tcPr marL="138945" marR="138945" marT="69472" marB="69472" anchor="ctr"/>
                </a:tc>
                <a:extLst>
                  <a:ext uri="{0D108BD9-81ED-4DB2-BD59-A6C34878D82A}">
                    <a16:rowId xmlns:a16="http://schemas.microsoft.com/office/drawing/2014/main" val="244075014"/>
                  </a:ext>
                </a:extLst>
              </a:tr>
              <a:tr h="1002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 b="1" i="0" dirty="0"/>
                        <a:t>Random Forest</a:t>
                      </a:r>
                    </a:p>
                  </a:txBody>
                  <a:tcPr marL="138945" marR="138945" marT="69472" marB="69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 dirty="0"/>
                        <a:t>0.955</a:t>
                      </a:r>
                    </a:p>
                  </a:txBody>
                  <a:tcPr marL="138945" marR="138945" marT="69472" marB="69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/>
                        <a:t>0.322</a:t>
                      </a:r>
                    </a:p>
                  </a:txBody>
                  <a:tcPr marL="138945" marR="138945" marT="69472" marB="69472" anchor="ctr"/>
                </a:tc>
                <a:extLst>
                  <a:ext uri="{0D108BD9-81ED-4DB2-BD59-A6C34878D82A}">
                    <a16:rowId xmlns:a16="http://schemas.microsoft.com/office/drawing/2014/main" val="1582738899"/>
                  </a:ext>
                </a:extLst>
              </a:tr>
              <a:tr h="5860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 b="1" i="0" dirty="0" err="1"/>
                        <a:t>XGBoost</a:t>
                      </a:r>
                      <a:endParaRPr lang="en-IN" sz="2700" b="1" i="0" dirty="0"/>
                    </a:p>
                  </a:txBody>
                  <a:tcPr marL="138945" marR="138945" marT="69472" marB="69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 b="0" dirty="0">
                          <a:solidFill>
                            <a:srgbClr val="C00000"/>
                          </a:solidFill>
                        </a:rPr>
                        <a:t>0.9578</a:t>
                      </a:r>
                    </a:p>
                  </a:txBody>
                  <a:tcPr marL="138945" marR="138945" marT="69472" marB="694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700" b="0" dirty="0">
                          <a:solidFill>
                            <a:srgbClr val="C00000"/>
                          </a:solidFill>
                        </a:rPr>
                        <a:t>0.3100</a:t>
                      </a:r>
                    </a:p>
                  </a:txBody>
                  <a:tcPr marL="138945" marR="138945" marT="69472" marB="69472" anchor="ctr"/>
                </a:tc>
                <a:extLst>
                  <a:ext uri="{0D108BD9-81ED-4DB2-BD59-A6C34878D82A}">
                    <a16:rowId xmlns:a16="http://schemas.microsoft.com/office/drawing/2014/main" val="756765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060C6-60D3-1FD6-CC00-379C565E4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8452002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4AE99-340C-5C54-32FA-2E05B3FB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42" y="232837"/>
            <a:ext cx="5741571" cy="12826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dirty="0">
                <a:solidFill>
                  <a:srgbClr val="C00000"/>
                </a:solidFill>
              </a:rPr>
              <a:t>DATA VISUALISATIONS </a:t>
            </a:r>
            <a:br>
              <a:rPr lang="en-US" b="1" dirty="0"/>
            </a:br>
            <a:r>
              <a:rPr lang="en-US" sz="3600" b="1" dirty="0"/>
              <a:t>Linear Regression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BE3022-6FDB-A6BC-AEC2-41C78B9F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148" y="1604514"/>
            <a:ext cx="3962040" cy="3139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FB4D8E-D980-B4D2-C43E-156E5C1B5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8" y="3399222"/>
            <a:ext cx="5036845" cy="2984330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6277971"/>
            <a:ext cx="5163684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42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1A53C-AC56-70F8-06AD-E011AB2A0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C1806CC-EFF8-4A14-80F2-85347B82B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5941806-3C6E-31C2-403B-EB8255B98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8452002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6AEA9-1F02-6603-B78A-DDC14C40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17" y="166777"/>
            <a:ext cx="5974627" cy="14607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900" b="1" dirty="0">
                <a:solidFill>
                  <a:srgbClr val="C00000"/>
                </a:solidFill>
              </a:rPr>
              <a:t>DATA VISUALISATIONS </a:t>
            </a:r>
            <a:br>
              <a:rPr lang="en-US" b="1" dirty="0"/>
            </a:br>
            <a:r>
              <a:rPr lang="en-IN" sz="3600" b="1" dirty="0"/>
              <a:t>Random Forest Model</a:t>
            </a:r>
            <a:endParaRPr lang="en-US" b="1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5B96E12-BC8D-5605-3875-9A52CB715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6277971"/>
            <a:ext cx="5163684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2487F-4817-BC85-1D60-1F2327235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17" y="3751178"/>
            <a:ext cx="5048726" cy="2675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9C9F97-8E11-E05D-DFEE-E368D583D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52" y="1431985"/>
            <a:ext cx="4047118" cy="365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64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7D9A0-1A55-5A81-7F27-CA88D580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BC49FC1-075D-984E-7506-2E00EFA4A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A62AFC4-FC2B-3AE6-589B-ECE8CE5AA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8452002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C7A6F3-7A09-BBE9-C849-9812ED23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17" y="166777"/>
            <a:ext cx="5974627" cy="14607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900" b="1" dirty="0">
                <a:solidFill>
                  <a:srgbClr val="C00000"/>
                </a:solidFill>
              </a:rPr>
              <a:t>DATA VISUALISATIONS </a:t>
            </a:r>
            <a:br>
              <a:rPr lang="en-US" b="1" dirty="0"/>
            </a:br>
            <a:r>
              <a:rPr lang="en-IN" sz="3600" b="1" dirty="0" err="1"/>
              <a:t>XGBoost</a:t>
            </a:r>
            <a:r>
              <a:rPr lang="en-IN" sz="3600" b="1" dirty="0"/>
              <a:t> Model</a:t>
            </a:r>
            <a:endParaRPr lang="en-US" b="1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18C83B7-60F4-4DA8-526E-2A1340DB6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6277971"/>
            <a:ext cx="5163684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65F8A3-3500-9ED9-74B9-441E0990B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351" y="1413292"/>
            <a:ext cx="3917332" cy="3336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33BCCD-DDFA-7CBA-8115-A3E9C7E18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8" y="3469644"/>
            <a:ext cx="5117738" cy="276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07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08" y="676244"/>
            <a:ext cx="2912437" cy="44611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</a:rPr>
              <a:t>Feature Importance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Most influential features: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Votes</a:t>
            </a:r>
            <a:r>
              <a:rPr lang="en-US" sz="2400" dirty="0"/>
              <a:t> (highest impact)</a:t>
            </a:r>
          </a:p>
          <a:p>
            <a:r>
              <a:rPr lang="en-US" sz="2400" b="1" dirty="0"/>
              <a:t>Price Range</a:t>
            </a:r>
            <a:endParaRPr lang="en-US" sz="2400" dirty="0"/>
          </a:p>
          <a:p>
            <a:r>
              <a:rPr lang="en-US" sz="2400" b="1" dirty="0"/>
              <a:t>Cuisine Count</a:t>
            </a:r>
            <a:endParaRPr lang="en-US" sz="2400" dirty="0"/>
          </a:p>
          <a:p>
            <a:r>
              <a:rPr lang="en-US" sz="2400" b="1" dirty="0"/>
              <a:t>Online Delivery Availability</a:t>
            </a:r>
            <a:endParaRPr lang="en-US" sz="2400" dirty="0"/>
          </a:p>
          <a:p>
            <a:r>
              <a:rPr lang="en-US" sz="2400" b="1" dirty="0"/>
              <a:t>Table Booking</a:t>
            </a:r>
            <a:endParaRPr lang="en-US" sz="2400" dirty="0"/>
          </a:p>
          <a:p>
            <a:r>
              <a:rPr lang="en-US" sz="2400" b="1" dirty="0"/>
              <a:t>Top Cuisines (North Indian, Chinese, Fast Food)</a:t>
            </a:r>
            <a:br>
              <a:rPr lang="en-US" sz="2400" b="1" dirty="0"/>
            </a:b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These features strongly influenced predicted ratings.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2F8C8F-274F-60F7-6232-31A2D4BD47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377" b="-445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IN" sz="3500" b="1" dirty="0">
                <a:solidFill>
                  <a:srgbClr val="C00000"/>
                </a:solidFill>
              </a:rPr>
              <a:t>Results Interpretation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6DE2C4-3EC0-DFB2-F3D3-F5CCE0FD5D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350" y="2884929"/>
            <a:ext cx="3494817" cy="33741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Ratings depend more on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customer engagement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(votes) than cost.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Cuisines and service features also play a crucial role.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</a:rPr>
              <a:t>XGBoost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predicts ratings with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high precision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Predicted vs actual plots show strong alignment.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IN" sz="4700" b="1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74A119-C652-F91C-608D-71D61A416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2586789"/>
            <a:ext cx="7886700" cy="35901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Machine learning models can predict restaurant ratings accurately.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performed best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R² = 0.9578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Voting patterns, cuisine diversity, and service features influence ratings the most.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The project proves the importance of data-driven insights in the food service industry.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FE40E-655E-9705-CCC7-0C6236EFA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13780-3F24-8E18-5FAA-4A5893BF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3" r="57316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2DE06-1518-5923-6F0F-A37270505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IN" sz="3500" b="1" dirty="0">
                <a:solidFill>
                  <a:srgbClr val="C00000"/>
                </a:solidFill>
              </a:rPr>
              <a:t>Future Scope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069E7E37-43AA-2F9B-8E4D-6D16F410E4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33977" y="2582175"/>
            <a:ext cx="4210137" cy="38701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Apply </a:t>
            </a:r>
            <a:r>
              <a:rPr lang="en-US" sz="2000" b="1" dirty="0"/>
              <a:t>NLP</a:t>
            </a:r>
            <a:r>
              <a:rPr lang="en-US" sz="2000" dirty="0"/>
              <a:t> on customer reviews for sentiment-based predictions.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Include </a:t>
            </a:r>
            <a:r>
              <a:rPr lang="en-US" sz="2000" b="1" dirty="0"/>
              <a:t>time-series</a:t>
            </a:r>
            <a:r>
              <a:rPr lang="en-US" sz="2000" dirty="0"/>
              <a:t> features to study seasonal changes.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Expand dataset to smaller Indian cities.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Use </a:t>
            </a:r>
            <a:r>
              <a:rPr lang="en-US" sz="2000" b="1" dirty="0"/>
              <a:t>deep learning</a:t>
            </a:r>
            <a:r>
              <a:rPr lang="en-US" sz="2000" dirty="0"/>
              <a:t> models for complex pattern detection.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Deploy prediction system as a real-time recommendation engine.</a:t>
            </a:r>
          </a:p>
        </p:txBody>
      </p:sp>
    </p:spTree>
    <p:extLst>
      <p:ext uri="{BB962C8B-B14F-4D97-AF65-F5344CB8AC3E}">
        <p14:creationId xmlns:p14="http://schemas.microsoft.com/office/powerpoint/2010/main" val="3460980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CB0AD-62C6-0F8C-EB8E-B26A8AE4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1F4AC3-7653-CC69-7E95-CFCFB1A9F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08A57D-76E8-CB15-BB71-4C8D2003A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 13">
            <a:extLst>
              <a:ext uri="{FF2B5EF4-FFF2-40B4-BE49-F238E27FC236}">
                <a16:creationId xmlns:a16="http://schemas.microsoft.com/office/drawing/2014/main" id="{A10AD568-41B8-2508-4435-C306F63AC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2F2EAA9-980E-D337-9846-E74482140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F008513E-679E-4E64-FA28-A30F5354B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266" name="Picture 2" descr="Zomato Case Study: Marketing Strategy and Business Model">
            <a:extLst>
              <a:ext uri="{FF2B5EF4-FFF2-40B4-BE49-F238E27FC236}">
                <a16:creationId xmlns:a16="http://schemas.microsoft.com/office/drawing/2014/main" id="{55F1A2AA-C4D7-29FA-300B-DF6F937E68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01" t="5321" r="23503" b="3451"/>
          <a:stretch>
            <a:fillRect/>
          </a:stretch>
        </p:blipFill>
        <p:spPr bwMode="auto">
          <a:xfrm>
            <a:off x="5693659" y="3933645"/>
            <a:ext cx="2928283" cy="270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60CE130-2E99-ADDB-F0CA-7F28148EF537}"/>
              </a:ext>
            </a:extLst>
          </p:cNvPr>
          <p:cNvSpPr/>
          <p:nvPr/>
        </p:nvSpPr>
        <p:spPr>
          <a:xfrm>
            <a:off x="4060166" y="2518913"/>
            <a:ext cx="3531079" cy="1219200"/>
          </a:xfrm>
          <a:prstGeom prst="wedgeRoundRectCallout">
            <a:avLst>
              <a:gd name="adj1" fmla="val -2755"/>
              <a:gd name="adj2" fmla="val 82783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</a:t>
            </a:r>
            <a:endParaRPr lang="en-IN" sz="4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40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1024</Words>
  <Application>Microsoft Office PowerPoint</Application>
  <PresentationFormat>On-screen Show (4:3)</PresentationFormat>
  <Paragraphs>160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Abadi</vt:lpstr>
      <vt:lpstr>Arial</vt:lpstr>
      <vt:lpstr>Calibri</vt:lpstr>
      <vt:lpstr>Office Theme</vt:lpstr>
      <vt:lpstr>Zomato Restaurant Rating Prediction Using Machine Learning</vt:lpstr>
      <vt:lpstr>Abstract</vt:lpstr>
      <vt:lpstr>Introduction</vt:lpstr>
      <vt:lpstr>Background</vt:lpstr>
      <vt:lpstr>Problem Statement</vt:lpstr>
      <vt:lpstr>Objectives</vt:lpstr>
      <vt:lpstr>Significance</vt:lpstr>
      <vt:lpstr>Scope of the Study</vt:lpstr>
      <vt:lpstr>Data Acquisition</vt:lpstr>
      <vt:lpstr>Dataset Description</vt:lpstr>
      <vt:lpstr>Data Quality Issues</vt:lpstr>
      <vt:lpstr>EDA Overview</vt:lpstr>
      <vt:lpstr>Key EDA Visual Insights</vt:lpstr>
      <vt:lpstr>DATA VISUALISATIONS</vt:lpstr>
      <vt:lpstr>DATA VISUALISATIONS</vt:lpstr>
      <vt:lpstr>DATA VISUALISATIONS</vt:lpstr>
      <vt:lpstr>DATA VISUALISATIONS</vt:lpstr>
      <vt:lpstr>Feature Engineering</vt:lpstr>
      <vt:lpstr>ML Algorithms Used</vt:lpstr>
      <vt:lpstr>Model Comparison</vt:lpstr>
      <vt:lpstr>DATA VISUALISATIONS  Linear Regression</vt:lpstr>
      <vt:lpstr>DATA VISUALISATIONS  Random Forest Model</vt:lpstr>
      <vt:lpstr>DATA VISUALISATIONS  XGBoost Model</vt:lpstr>
      <vt:lpstr>Feature Importance</vt:lpstr>
      <vt:lpstr>Results Interpretation</vt:lpstr>
      <vt:lpstr>Conclusion</vt:lpstr>
      <vt:lpstr>Future 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Abhishek ra</dc:creator>
  <cp:keywords/>
  <dc:description>generated using python-pptx</dc:description>
  <cp:lastModifiedBy>Abhishek ra</cp:lastModifiedBy>
  <cp:revision>6</cp:revision>
  <dcterms:created xsi:type="dcterms:W3CDTF">2013-01-27T09:14:16Z</dcterms:created>
  <dcterms:modified xsi:type="dcterms:W3CDTF">2026-06-03T20:50:08Z</dcterms:modified>
  <cp:category/>
</cp:coreProperties>
</file>